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2" r:id="rId1"/>
  </p:sldMasterIdLst>
  <p:notesMasterIdLst>
    <p:notesMasterId r:id="rId3"/>
  </p:notesMasterIdLst>
  <p:handoutMasterIdLst>
    <p:handoutMasterId r:id="rId4"/>
  </p:handoutMasterIdLst>
  <p:sldIdLst>
    <p:sldId id="261" r:id="rId2"/>
  </p:sldIdLst>
  <p:sldSz cx="30275213" cy="42803763"/>
  <p:notesSz cx="6797675" cy="9926638"/>
  <p:defaultTextStyle>
    <a:defPPr>
      <a:defRPr lang="ko-KR"/>
    </a:defPPr>
    <a:lvl1pPr marL="0" algn="l" defTabSz="4175864" rtl="0" eaLnBrk="1" latinLnBrk="1" hangingPunct="1">
      <a:defRPr sz="8231" kern="1200">
        <a:solidFill>
          <a:schemeClr val="tx1"/>
        </a:solidFill>
        <a:latin typeface="+mn-lt"/>
        <a:ea typeface="+mn-ea"/>
        <a:cs typeface="+mn-cs"/>
      </a:defRPr>
    </a:lvl1pPr>
    <a:lvl2pPr marL="2087932" algn="l" defTabSz="4175864" rtl="0" eaLnBrk="1" latinLnBrk="1" hangingPunct="1">
      <a:defRPr sz="8231" kern="1200">
        <a:solidFill>
          <a:schemeClr val="tx1"/>
        </a:solidFill>
        <a:latin typeface="+mn-lt"/>
        <a:ea typeface="+mn-ea"/>
        <a:cs typeface="+mn-cs"/>
      </a:defRPr>
    </a:lvl2pPr>
    <a:lvl3pPr marL="4175864" algn="l" defTabSz="4175864" rtl="0" eaLnBrk="1" latinLnBrk="1" hangingPunct="1">
      <a:defRPr sz="8231" kern="1200">
        <a:solidFill>
          <a:schemeClr val="tx1"/>
        </a:solidFill>
        <a:latin typeface="+mn-lt"/>
        <a:ea typeface="+mn-ea"/>
        <a:cs typeface="+mn-cs"/>
      </a:defRPr>
    </a:lvl3pPr>
    <a:lvl4pPr marL="6263795" algn="l" defTabSz="4175864" rtl="0" eaLnBrk="1" latinLnBrk="1" hangingPunct="1">
      <a:defRPr sz="8231" kern="1200">
        <a:solidFill>
          <a:schemeClr val="tx1"/>
        </a:solidFill>
        <a:latin typeface="+mn-lt"/>
        <a:ea typeface="+mn-ea"/>
        <a:cs typeface="+mn-cs"/>
      </a:defRPr>
    </a:lvl4pPr>
    <a:lvl5pPr marL="8351727" algn="l" defTabSz="4175864" rtl="0" eaLnBrk="1" latinLnBrk="1" hangingPunct="1">
      <a:defRPr sz="8231" kern="1200">
        <a:solidFill>
          <a:schemeClr val="tx1"/>
        </a:solidFill>
        <a:latin typeface="+mn-lt"/>
        <a:ea typeface="+mn-ea"/>
        <a:cs typeface="+mn-cs"/>
      </a:defRPr>
    </a:lvl5pPr>
    <a:lvl6pPr marL="10439659" algn="l" defTabSz="4175864" rtl="0" eaLnBrk="1" latinLnBrk="1" hangingPunct="1">
      <a:defRPr sz="8231" kern="1200">
        <a:solidFill>
          <a:schemeClr val="tx1"/>
        </a:solidFill>
        <a:latin typeface="+mn-lt"/>
        <a:ea typeface="+mn-ea"/>
        <a:cs typeface="+mn-cs"/>
      </a:defRPr>
    </a:lvl6pPr>
    <a:lvl7pPr marL="12527591" algn="l" defTabSz="4175864" rtl="0" eaLnBrk="1" latinLnBrk="1" hangingPunct="1">
      <a:defRPr sz="8231" kern="1200">
        <a:solidFill>
          <a:schemeClr val="tx1"/>
        </a:solidFill>
        <a:latin typeface="+mn-lt"/>
        <a:ea typeface="+mn-ea"/>
        <a:cs typeface="+mn-cs"/>
      </a:defRPr>
    </a:lvl7pPr>
    <a:lvl8pPr marL="14615523" algn="l" defTabSz="4175864" rtl="0" eaLnBrk="1" latinLnBrk="1" hangingPunct="1">
      <a:defRPr sz="8231" kern="1200">
        <a:solidFill>
          <a:schemeClr val="tx1"/>
        </a:solidFill>
        <a:latin typeface="+mn-lt"/>
        <a:ea typeface="+mn-ea"/>
        <a:cs typeface="+mn-cs"/>
      </a:defRPr>
    </a:lvl8pPr>
    <a:lvl9pPr marL="16703455" algn="l" defTabSz="4175864" rtl="0" eaLnBrk="1" latinLnBrk="1" hangingPunct="1">
      <a:defRPr sz="823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79">
          <p15:clr>
            <a:srgbClr val="A4A3A4"/>
          </p15:clr>
        </p15:guide>
        <p15:guide id="2" pos="95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269D01E-BC32-4049-B463-5C60D7B0CCD2}" styleName="테마 스타일 2 - 강조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TxStyle/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TxStyle/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TxStyle/>
      <a:tcStyle>
        <a:tcBdr>
          <a:bottom>
            <a:ln>
              <a:noFill/>
            </a:ln>
          </a:bottom>
        </a:tcBdr>
      </a:tcStyle>
    </a:neCell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TxStyle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TxStyle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8FD4443E-F989-4FC4-A0C8-D5A2AF1F390B}" styleName="어두운 스타일 1 - 강조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TxStyle/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TxStyle/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TxStyle/>
      <a:tcStyle>
        <a:tcBdr>
          <a:left>
            <a:ln>
              <a:noFill/>
            </a:ln>
          </a:left>
        </a:tcBdr>
      </a:tcStyle>
    </a:seCell>
    <a:swCell>
      <a:tcTxStyle/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>
              <a:noFill/>
            </a:ln>
          </a:left>
        </a:tcBdr>
      </a:tcStyle>
    </a:neCell>
    <a:nwCell>
      <a:tcTxStyle/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어두운 스타일 1 - 강조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TxStyle/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TxStyle/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TxStyle/>
      <a:tcStyle>
        <a:tcBdr>
          <a:left>
            <a:ln>
              <a:noFill/>
            </a:ln>
          </a:left>
        </a:tcBdr>
      </a:tcStyle>
    </a:seCell>
    <a:swCell>
      <a:tcTxStyle/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>
              <a:noFill/>
            </a:ln>
          </a:left>
        </a:tcBdr>
      </a:tcStyle>
    </a:neCell>
    <a:nwCell>
      <a:tcTxStyle/>
      <a:tcStyle>
        <a:tcBdr>
          <a:right>
            <a:ln>
              <a:noFill/>
            </a:ln>
          </a:right>
        </a:tcBdr>
      </a:tcStyle>
    </a:nwCell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TxStyle/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TxStyle/>
      <a:tcStyle>
        <a:tcBdr>
          <a:left>
            <a:ln>
              <a:noFill/>
            </a:ln>
          </a:left>
        </a:tcBdr>
      </a:tcStyle>
    </a:seCell>
    <a:swCell>
      <a:tcTxStyle/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>
              <a:noFill/>
            </a:ln>
          </a:left>
        </a:tcBdr>
      </a:tcStyle>
    </a:neCell>
    <a:nwCell>
      <a:tcTxStyle/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TxStyle/>
      <a:tcStyle>
        <a:tcBdr>
          <a:left>
            <a:ln>
              <a:noFill/>
            </a:ln>
          </a:left>
        </a:tcBdr>
      </a:tcStyle>
    </a:seCell>
    <a:swCell>
      <a:tcTxStyle/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>
              <a:noFill/>
            </a:ln>
          </a:left>
        </a:tcBdr>
      </a:tcStyle>
    </a:neCell>
    <a:nwCell>
      <a:tcTxStyle/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03447BB-5D67-496B-8E87-E561075AD55C}" styleName="어두운 스타일 1 - 강조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TxStyle/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TxStyle/>
      <a:tcStyle>
        <a:tcBdr>
          <a:left>
            <a:ln>
              <a:noFill/>
            </a:ln>
          </a:left>
        </a:tcBdr>
      </a:tcStyle>
    </a:seCell>
    <a:swCell>
      <a:tcTxStyle/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>
              <a:noFill/>
            </a:ln>
          </a:left>
        </a:tcBdr>
      </a:tcStyle>
    </a:neCell>
    <a:nwCell>
      <a:tcTxStyle/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7CE84F3-28C3-443E-9E96-99CF82512B78}" styleName="어두운 스타일 1 - 강조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TxStyle/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TxStyle/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TxStyle/>
      <a:tcStyle>
        <a:tcBdr>
          <a:left>
            <a:ln>
              <a:noFill/>
            </a:ln>
          </a:left>
        </a:tcBdr>
      </a:tcStyle>
    </a:seCell>
    <a:swCell>
      <a:tcTxStyle/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>
              <a:noFill/>
            </a:ln>
          </a:left>
        </a:tcBdr>
      </a:tcStyle>
    </a:neCell>
    <a:nwCell>
      <a:tcTxStyle/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어두운 스타일 1 - 강조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TxStyle/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TxStyle/>
      <a:tcStyle>
        <a:tcBdr>
          <a:left>
            <a:ln>
              <a:noFill/>
            </a:ln>
          </a:left>
        </a:tcBdr>
      </a:tcStyle>
    </a:seCell>
    <a:swCell>
      <a:tcTxStyle/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>
              <a:noFill/>
            </a:ln>
          </a:left>
        </a:tcBdr>
      </a:tcStyle>
    </a:neCell>
    <a:nwCell>
      <a:tcTxStyle/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56" autoAdjust="0"/>
    <p:restoredTop sz="95105" autoAdjust="0"/>
  </p:normalViewPr>
  <p:slideViewPr>
    <p:cSldViewPr>
      <p:cViewPr varScale="1">
        <p:scale>
          <a:sx n="17" d="100"/>
          <a:sy n="17" d="100"/>
        </p:scale>
        <p:origin x="3522" y="168"/>
      </p:cViewPr>
      <p:guideLst>
        <p:guide orient="horz" pos="13479"/>
        <p:guide pos="953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howGuides="1">
      <p:cViewPr varScale="1">
        <p:scale>
          <a:sx n="79" d="100"/>
          <a:sy n="79" d="100"/>
        </p:scale>
        <p:origin x="-2046" y="-96"/>
      </p:cViewPr>
      <p:guideLst>
        <p:guide orient="horz" pos="3126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1"/>
          </a:xfrm>
          <a:prstGeom prst="rect">
            <a:avLst/>
          </a:prstGeom>
        </p:spPr>
        <p:txBody>
          <a:bodyPr vert="horz" lIns="92377" tIns="46188" rIns="92377" bIns="46188"/>
          <a:lstStyle>
            <a:lvl1pPr algn="l">
              <a:defRPr sz="1300"/>
            </a:lvl1pPr>
          </a:lstStyle>
          <a:p>
            <a:pPr lvl="0">
              <a:defRPr/>
            </a:pPr>
            <a:endParaRPr lang="ko-KR" altLang="en-US">
              <a:latin typeface="Nanum Gothic Regular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1"/>
          </a:xfrm>
          <a:prstGeom prst="rect">
            <a:avLst/>
          </a:prstGeom>
        </p:spPr>
        <p:txBody>
          <a:bodyPr vert="horz" lIns="92377" tIns="46188" rIns="92377" bIns="46188"/>
          <a:lstStyle>
            <a:lvl1pPr algn="r">
              <a:defRPr sz="1300"/>
            </a:lvl1pPr>
          </a:lstStyle>
          <a:p>
            <a:pPr lvl="0">
              <a:defRPr/>
            </a:pPr>
            <a:fld id="{418AB198-4CEE-489A-9C02-759ACC85D497}" type="datetime1">
              <a:rPr lang="ko-KR" altLang="en-US">
                <a:latin typeface="Nanum Gothic Regular"/>
              </a:rPr>
              <a:pPr lvl="0">
                <a:defRPr/>
              </a:pPr>
              <a:t>2026-04-30</a:t>
            </a:fld>
            <a:endParaRPr lang="ko-KR" altLang="en-US">
              <a:latin typeface="Nanum Gothic Regular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6331"/>
          </a:xfrm>
          <a:prstGeom prst="rect">
            <a:avLst/>
          </a:prstGeom>
        </p:spPr>
        <p:txBody>
          <a:bodyPr vert="horz" lIns="92377" tIns="46188" rIns="92377" bIns="46188" anchor="b"/>
          <a:lstStyle>
            <a:lvl1pPr algn="l">
              <a:defRPr sz="1300"/>
            </a:lvl1pPr>
          </a:lstStyle>
          <a:p>
            <a:pPr lvl="0">
              <a:defRPr/>
            </a:pPr>
            <a:endParaRPr lang="ko-KR" altLang="en-US">
              <a:latin typeface="Nanum Gothic Regular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6331"/>
          </a:xfrm>
          <a:prstGeom prst="rect">
            <a:avLst/>
          </a:prstGeom>
        </p:spPr>
        <p:txBody>
          <a:bodyPr vert="horz" lIns="92377" tIns="46188" rIns="92377" bIns="46188" anchor="b"/>
          <a:lstStyle>
            <a:lvl1pPr algn="r">
              <a:defRPr sz="1300"/>
            </a:lvl1pPr>
          </a:lstStyle>
          <a:p>
            <a:pPr lvl="0">
              <a:defRPr/>
            </a:pPr>
            <a:fld id="{30D9F72B-12B5-4DDE-9DC1-F3FF534A1F82}" type="slidenum">
              <a:rPr lang="ko-KR" altLang="en-US">
                <a:latin typeface="Nanum Gothic Regular"/>
              </a:rPr>
              <a:pPr lvl="0">
                <a:defRPr/>
              </a:pPr>
              <a:t>‹#›</a:t>
            </a:fld>
            <a:endParaRPr lang="ko-KR" altLang="en-US">
              <a:latin typeface="Nanum Gothic Regula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1"/>
          </a:xfrm>
          <a:prstGeom prst="rect">
            <a:avLst/>
          </a:prstGeom>
        </p:spPr>
        <p:txBody>
          <a:bodyPr vert="horz" lIns="92377" tIns="46188" rIns="92377" bIns="46188"/>
          <a:lstStyle>
            <a:lvl1pPr algn="l">
              <a:defRPr sz="1300" b="0" i="0">
                <a:latin typeface="Nanum Gothic Regular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1"/>
          </a:xfrm>
          <a:prstGeom prst="rect">
            <a:avLst/>
          </a:prstGeom>
        </p:spPr>
        <p:txBody>
          <a:bodyPr vert="horz" lIns="92377" tIns="46188" rIns="92377" bIns="46188"/>
          <a:lstStyle>
            <a:lvl1pPr algn="r">
              <a:defRPr sz="1300" b="0" i="0">
                <a:latin typeface="Nanum Gothic Regular"/>
              </a:defRPr>
            </a:lvl1pPr>
          </a:lstStyle>
          <a:p>
            <a:pPr lvl="0">
              <a:defRPr/>
            </a:pPr>
            <a:fld id="{96558464-A4A7-4DAA-87AD-12052739BFE6}" type="datetime1">
              <a:rPr lang="ko-KR" altLang="en-US"/>
              <a:pPr lvl="0">
                <a:defRPr/>
              </a:pPr>
              <a:t>2026-04-30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77" tIns="46188" rIns="92377" bIns="46188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2377" tIns="46188" rIns="92377" bIns="46188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6331"/>
          </a:xfrm>
          <a:prstGeom prst="rect">
            <a:avLst/>
          </a:prstGeom>
        </p:spPr>
        <p:txBody>
          <a:bodyPr vert="horz" lIns="92377" tIns="46188" rIns="92377" bIns="46188" anchor="b"/>
          <a:lstStyle>
            <a:lvl1pPr algn="l">
              <a:defRPr sz="1300" b="0" i="0">
                <a:latin typeface="Nanum Gothic Regular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6331"/>
          </a:xfrm>
          <a:prstGeom prst="rect">
            <a:avLst/>
          </a:prstGeom>
        </p:spPr>
        <p:txBody>
          <a:bodyPr vert="horz" lIns="92377" tIns="46188" rIns="92377" bIns="46188" anchor="b"/>
          <a:lstStyle>
            <a:lvl1pPr algn="r">
              <a:defRPr sz="1300" b="0" i="0">
                <a:latin typeface="Nanum Gothic Regular"/>
              </a:defRPr>
            </a:lvl1pPr>
          </a:lstStyle>
          <a:p>
            <a:pPr lvl="0">
              <a:defRPr/>
            </a:pPr>
            <a:fld id="{49968B45-B086-4521-9F34-36D0D0A0E05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175864" rtl="0" eaLnBrk="1" latinLnBrk="1" hangingPunct="1">
      <a:defRPr sz="5525" b="0" i="0" kern="1200">
        <a:solidFill>
          <a:schemeClr val="tx1"/>
        </a:solidFill>
        <a:latin typeface="Nanum Gothic Regular"/>
        <a:ea typeface="+mn-ea"/>
        <a:cs typeface="+mn-cs"/>
      </a:defRPr>
    </a:lvl1pPr>
    <a:lvl2pPr marL="2087932" algn="l" defTabSz="4175864" rtl="0" eaLnBrk="1" latinLnBrk="1" hangingPunct="1">
      <a:defRPr sz="5525" b="0" i="0" kern="1200">
        <a:solidFill>
          <a:schemeClr val="tx1"/>
        </a:solidFill>
        <a:latin typeface="Nanum Gothic Regular"/>
        <a:ea typeface="+mn-ea"/>
        <a:cs typeface="+mn-cs"/>
      </a:defRPr>
    </a:lvl2pPr>
    <a:lvl3pPr marL="4175864" algn="l" defTabSz="4175864" rtl="0" eaLnBrk="1" latinLnBrk="1" hangingPunct="1">
      <a:defRPr sz="5525" b="0" i="0" kern="1200">
        <a:solidFill>
          <a:schemeClr val="tx1"/>
        </a:solidFill>
        <a:latin typeface="Nanum Gothic Regular"/>
        <a:ea typeface="+mn-ea"/>
        <a:cs typeface="+mn-cs"/>
      </a:defRPr>
    </a:lvl3pPr>
    <a:lvl4pPr marL="6263795" algn="l" defTabSz="4175864" rtl="0" eaLnBrk="1" latinLnBrk="1" hangingPunct="1">
      <a:defRPr sz="5525" b="0" i="0" kern="1200">
        <a:solidFill>
          <a:schemeClr val="tx1"/>
        </a:solidFill>
        <a:latin typeface="Nanum Gothic Regular"/>
        <a:ea typeface="+mn-ea"/>
        <a:cs typeface="+mn-cs"/>
      </a:defRPr>
    </a:lvl4pPr>
    <a:lvl5pPr marL="8351727" algn="l" defTabSz="4175864" rtl="0" eaLnBrk="1" latinLnBrk="1" hangingPunct="1">
      <a:defRPr sz="5525" b="0" i="0" kern="1200">
        <a:solidFill>
          <a:schemeClr val="tx1"/>
        </a:solidFill>
        <a:latin typeface="Nanum Gothic Regular"/>
        <a:ea typeface="+mn-ea"/>
        <a:cs typeface="+mn-cs"/>
      </a:defRPr>
    </a:lvl5pPr>
    <a:lvl6pPr marL="10439659" algn="l" defTabSz="4175864" rtl="0" eaLnBrk="1" latinLnBrk="1" hangingPunct="1">
      <a:defRPr sz="5525" kern="1200">
        <a:solidFill>
          <a:schemeClr val="tx1"/>
        </a:solidFill>
        <a:latin typeface="+mn-lt"/>
        <a:ea typeface="+mn-ea"/>
        <a:cs typeface="+mn-cs"/>
      </a:defRPr>
    </a:lvl6pPr>
    <a:lvl7pPr marL="12527591" algn="l" defTabSz="4175864" rtl="0" eaLnBrk="1" latinLnBrk="1" hangingPunct="1">
      <a:defRPr sz="5525" kern="1200">
        <a:solidFill>
          <a:schemeClr val="tx1"/>
        </a:solidFill>
        <a:latin typeface="+mn-lt"/>
        <a:ea typeface="+mn-ea"/>
        <a:cs typeface="+mn-cs"/>
      </a:defRPr>
    </a:lvl7pPr>
    <a:lvl8pPr marL="14615523" algn="l" defTabSz="4175864" rtl="0" eaLnBrk="1" latinLnBrk="1" hangingPunct="1">
      <a:defRPr sz="5525" kern="1200">
        <a:solidFill>
          <a:schemeClr val="tx1"/>
        </a:solidFill>
        <a:latin typeface="+mn-lt"/>
        <a:ea typeface="+mn-ea"/>
        <a:cs typeface="+mn-cs"/>
      </a:defRPr>
    </a:lvl8pPr>
    <a:lvl9pPr marL="16703455" algn="l" defTabSz="4175864" rtl="0" eaLnBrk="1" latinLnBrk="1" hangingPunct="1">
      <a:defRPr sz="552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082800" y="744538"/>
            <a:ext cx="26320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49968B45-B086-4521-9F34-36D0D0A0E059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BBB43986-AEAC-45CE-990A-14938135A5F5}" type="datetimeFigureOut">
              <a:rPr lang="ko-KR" altLang="en-US" smtClean="0"/>
              <a:pPr/>
              <a:t>2026-04-30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518B2130-E11C-49F2-B90B-935B2459947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91533" y="27505385"/>
            <a:ext cx="25733931" cy="8501303"/>
          </a:xfrm>
        </p:spPr>
        <p:txBody>
          <a:bodyPr anchor="t"/>
          <a:lstStyle>
            <a:lvl1pPr algn="l">
              <a:defRPr sz="17028" b="0" i="0" cap="all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391533" y="18142064"/>
            <a:ext cx="25733931" cy="9363320"/>
          </a:xfrm>
        </p:spPr>
        <p:txBody>
          <a:bodyPr anchor="b"/>
          <a:lstStyle>
            <a:lvl1pPr marL="0" indent="0">
              <a:buNone/>
              <a:defRPr sz="8514" b="0" i="0">
                <a:solidFill>
                  <a:schemeClr val="tx1">
                    <a:tint val="75000"/>
                  </a:schemeClr>
                </a:solidFill>
              </a:defRPr>
            </a:lvl1pPr>
            <a:lvl2pPr marL="1946280" indent="0">
              <a:buNone/>
              <a:defRPr sz="7673">
                <a:solidFill>
                  <a:schemeClr val="tx1">
                    <a:tint val="75000"/>
                  </a:schemeClr>
                </a:solidFill>
              </a:defRPr>
            </a:lvl2pPr>
            <a:lvl3pPr marL="3892560" indent="0">
              <a:buNone/>
              <a:defRPr sz="6832">
                <a:solidFill>
                  <a:schemeClr val="tx1">
                    <a:tint val="75000"/>
                  </a:schemeClr>
                </a:solidFill>
              </a:defRPr>
            </a:lvl3pPr>
            <a:lvl4pPr marL="5838839" indent="0">
              <a:buNone/>
              <a:defRPr sz="5991">
                <a:solidFill>
                  <a:schemeClr val="tx1">
                    <a:tint val="75000"/>
                  </a:schemeClr>
                </a:solidFill>
              </a:defRPr>
            </a:lvl4pPr>
            <a:lvl5pPr marL="7785119" indent="0">
              <a:buNone/>
              <a:defRPr sz="5991">
                <a:solidFill>
                  <a:schemeClr val="tx1">
                    <a:tint val="75000"/>
                  </a:schemeClr>
                </a:solidFill>
              </a:defRPr>
            </a:lvl5pPr>
            <a:lvl6pPr marL="9731399" indent="0">
              <a:buNone/>
              <a:defRPr sz="5991">
                <a:solidFill>
                  <a:schemeClr val="tx1">
                    <a:tint val="75000"/>
                  </a:schemeClr>
                </a:solidFill>
              </a:defRPr>
            </a:lvl6pPr>
            <a:lvl7pPr marL="11677679" indent="0">
              <a:buNone/>
              <a:defRPr sz="5991">
                <a:solidFill>
                  <a:schemeClr val="tx1">
                    <a:tint val="75000"/>
                  </a:schemeClr>
                </a:solidFill>
              </a:defRPr>
            </a:lvl7pPr>
            <a:lvl8pPr marL="13623959" indent="0">
              <a:buNone/>
              <a:defRPr sz="5991">
                <a:solidFill>
                  <a:schemeClr val="tx1">
                    <a:tint val="75000"/>
                  </a:schemeClr>
                </a:solidFill>
              </a:defRPr>
            </a:lvl8pPr>
            <a:lvl9pPr marL="15570239" indent="0">
              <a:buNone/>
              <a:defRPr sz="59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BBB43986-AEAC-45CE-990A-14938135A5F5}" type="datetimeFigureOut">
              <a:rPr lang="ko-KR" altLang="en-US" smtClean="0"/>
              <a:pPr/>
              <a:t>2026-04-30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518B2130-E11C-49F2-B90B-935B2459947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67298" y="52434611"/>
            <a:ext cx="42663871" cy="148307112"/>
          </a:xfrm>
        </p:spPr>
        <p:txBody>
          <a:bodyPr/>
          <a:lstStyle>
            <a:lvl1pPr>
              <a:defRPr sz="11877" b="0" i="0"/>
            </a:lvl1pPr>
            <a:lvl2pPr>
              <a:defRPr sz="10196" b="0" i="0"/>
            </a:lvl2pPr>
            <a:lvl3pPr>
              <a:defRPr sz="8514" b="0" i="0"/>
            </a:lvl3pPr>
            <a:lvl4pPr>
              <a:defRPr sz="7673" b="0" i="0"/>
            </a:lvl4pPr>
            <a:lvl5pPr>
              <a:defRPr sz="7673" b="0" i="0"/>
            </a:lvl5pPr>
            <a:lvl6pPr>
              <a:defRPr sz="7673"/>
            </a:lvl6pPr>
            <a:lvl7pPr>
              <a:defRPr sz="7673"/>
            </a:lvl7pPr>
            <a:lvl8pPr>
              <a:defRPr sz="7673"/>
            </a:lvl8pPr>
            <a:lvl9pPr>
              <a:defRPr sz="7673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935755" y="52434611"/>
            <a:ext cx="42663874" cy="148307112"/>
          </a:xfrm>
        </p:spPr>
        <p:txBody>
          <a:bodyPr/>
          <a:lstStyle>
            <a:lvl1pPr>
              <a:defRPr sz="11877" b="0" i="0"/>
            </a:lvl1pPr>
            <a:lvl2pPr>
              <a:defRPr sz="10196" b="0" i="0"/>
            </a:lvl2pPr>
            <a:lvl3pPr>
              <a:defRPr sz="8514" b="0" i="0"/>
            </a:lvl3pPr>
            <a:lvl4pPr>
              <a:defRPr sz="7673" b="0" i="0"/>
            </a:lvl4pPr>
            <a:lvl5pPr>
              <a:defRPr sz="7673" b="0" i="0"/>
            </a:lvl5pPr>
            <a:lvl6pPr>
              <a:defRPr sz="7673"/>
            </a:lvl6pPr>
            <a:lvl7pPr>
              <a:defRPr sz="7673"/>
            </a:lvl7pPr>
            <a:lvl8pPr>
              <a:defRPr sz="7673"/>
            </a:lvl8pPr>
            <a:lvl9pPr>
              <a:defRPr sz="7673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BBB43986-AEAC-45CE-990A-14938135A5F5}" type="datetimeFigureOut">
              <a:rPr lang="ko-KR" altLang="en-US" smtClean="0"/>
              <a:pPr/>
              <a:t>2026-04-30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518B2130-E11C-49F2-B90B-935B2459947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13761" y="1714136"/>
            <a:ext cx="27247692" cy="7133961"/>
          </a:xfrm>
        </p:spPr>
        <p:txBody>
          <a:bodyPr/>
          <a:lstStyle>
            <a:lvl1pPr>
              <a:defRPr b="0" i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13761" y="9581309"/>
            <a:ext cx="13376810" cy="3993034"/>
          </a:xfrm>
        </p:spPr>
        <p:txBody>
          <a:bodyPr anchor="b"/>
          <a:lstStyle>
            <a:lvl1pPr marL="0" indent="0">
              <a:buNone/>
              <a:defRPr sz="10196" b="0" i="0"/>
            </a:lvl1pPr>
            <a:lvl2pPr marL="1946280" indent="0">
              <a:buNone/>
              <a:defRPr sz="8514" b="1"/>
            </a:lvl2pPr>
            <a:lvl3pPr marL="3892560" indent="0">
              <a:buNone/>
              <a:defRPr sz="7673" b="1"/>
            </a:lvl3pPr>
            <a:lvl4pPr marL="5838839" indent="0">
              <a:buNone/>
              <a:defRPr sz="6832" b="1"/>
            </a:lvl4pPr>
            <a:lvl5pPr marL="7785119" indent="0">
              <a:buNone/>
              <a:defRPr sz="6832" b="1"/>
            </a:lvl5pPr>
            <a:lvl6pPr marL="9731399" indent="0">
              <a:buNone/>
              <a:defRPr sz="6832" b="1"/>
            </a:lvl6pPr>
            <a:lvl7pPr marL="11677679" indent="0">
              <a:buNone/>
              <a:defRPr sz="6832" b="1"/>
            </a:lvl7pPr>
            <a:lvl8pPr marL="13623959" indent="0">
              <a:buNone/>
              <a:defRPr sz="6832" b="1"/>
            </a:lvl8pPr>
            <a:lvl9pPr marL="15570239" indent="0">
              <a:buNone/>
              <a:defRPr sz="6832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513761" y="13574342"/>
            <a:ext cx="13376810" cy="24661708"/>
          </a:xfrm>
        </p:spPr>
        <p:txBody>
          <a:bodyPr/>
          <a:lstStyle>
            <a:lvl1pPr>
              <a:defRPr sz="10196" b="0" i="0"/>
            </a:lvl1pPr>
            <a:lvl2pPr>
              <a:defRPr sz="8514" b="0" i="0"/>
            </a:lvl2pPr>
            <a:lvl3pPr>
              <a:defRPr sz="7673" b="0" i="0"/>
            </a:lvl3pPr>
            <a:lvl4pPr>
              <a:defRPr sz="6832" b="0" i="0"/>
            </a:lvl4pPr>
            <a:lvl5pPr>
              <a:defRPr sz="6832" b="0" i="0"/>
            </a:lvl5pPr>
            <a:lvl6pPr>
              <a:defRPr sz="6832"/>
            </a:lvl6pPr>
            <a:lvl7pPr>
              <a:defRPr sz="6832"/>
            </a:lvl7pPr>
            <a:lvl8pPr>
              <a:defRPr sz="6832"/>
            </a:lvl8pPr>
            <a:lvl9pPr>
              <a:defRPr sz="683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15379390" y="9581309"/>
            <a:ext cx="13382064" cy="3993034"/>
          </a:xfrm>
        </p:spPr>
        <p:txBody>
          <a:bodyPr anchor="b"/>
          <a:lstStyle>
            <a:lvl1pPr marL="0" indent="0">
              <a:buNone/>
              <a:defRPr sz="10196" b="0" i="0"/>
            </a:lvl1pPr>
            <a:lvl2pPr marL="1946280" indent="0">
              <a:buNone/>
              <a:defRPr sz="8514" b="1"/>
            </a:lvl2pPr>
            <a:lvl3pPr marL="3892560" indent="0">
              <a:buNone/>
              <a:defRPr sz="7673" b="1"/>
            </a:lvl3pPr>
            <a:lvl4pPr marL="5838839" indent="0">
              <a:buNone/>
              <a:defRPr sz="6832" b="1"/>
            </a:lvl4pPr>
            <a:lvl5pPr marL="7785119" indent="0">
              <a:buNone/>
              <a:defRPr sz="6832" b="1"/>
            </a:lvl5pPr>
            <a:lvl6pPr marL="9731399" indent="0">
              <a:buNone/>
              <a:defRPr sz="6832" b="1"/>
            </a:lvl6pPr>
            <a:lvl7pPr marL="11677679" indent="0">
              <a:buNone/>
              <a:defRPr sz="6832" b="1"/>
            </a:lvl7pPr>
            <a:lvl8pPr marL="13623959" indent="0">
              <a:buNone/>
              <a:defRPr sz="6832" b="1"/>
            </a:lvl8pPr>
            <a:lvl9pPr marL="15570239" indent="0">
              <a:buNone/>
              <a:defRPr sz="6832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15379390" y="13574342"/>
            <a:ext cx="13382064" cy="24661708"/>
          </a:xfrm>
        </p:spPr>
        <p:txBody>
          <a:bodyPr/>
          <a:lstStyle>
            <a:lvl1pPr>
              <a:defRPr sz="10196" b="0" i="0"/>
            </a:lvl1pPr>
            <a:lvl2pPr>
              <a:defRPr sz="8514" b="0" i="0"/>
            </a:lvl2pPr>
            <a:lvl3pPr>
              <a:defRPr sz="7673" b="0" i="0"/>
            </a:lvl3pPr>
            <a:lvl4pPr>
              <a:defRPr sz="6832" b="0" i="0"/>
            </a:lvl4pPr>
            <a:lvl5pPr>
              <a:defRPr sz="6832" b="0" i="0"/>
            </a:lvl5pPr>
            <a:lvl6pPr>
              <a:defRPr sz="6832"/>
            </a:lvl6pPr>
            <a:lvl7pPr>
              <a:defRPr sz="6832"/>
            </a:lvl7pPr>
            <a:lvl8pPr>
              <a:defRPr sz="6832"/>
            </a:lvl8pPr>
            <a:lvl9pPr>
              <a:defRPr sz="683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BBB43986-AEAC-45CE-990A-14938135A5F5}" type="datetimeFigureOut">
              <a:rPr lang="ko-KR" altLang="en-US" smtClean="0"/>
              <a:pPr/>
              <a:t>2026-04-30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518B2130-E11C-49F2-B90B-935B2459947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BBB43986-AEAC-45CE-990A-14938135A5F5}" type="datetimeFigureOut">
              <a:rPr lang="ko-KR" altLang="en-US" smtClean="0"/>
              <a:pPr/>
              <a:t>2026-04-30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518B2130-E11C-49F2-B90B-935B2459947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BBB43986-AEAC-45CE-990A-14938135A5F5}" type="datetimeFigureOut">
              <a:rPr lang="ko-KR" altLang="en-US" smtClean="0"/>
              <a:pPr/>
              <a:t>2026-04-30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518B2130-E11C-49F2-B90B-935B2459947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13763" y="1704224"/>
            <a:ext cx="9960337" cy="7252860"/>
          </a:xfrm>
        </p:spPr>
        <p:txBody>
          <a:bodyPr anchor="b"/>
          <a:lstStyle>
            <a:lvl1pPr algn="l">
              <a:defRPr sz="8514" b="0" i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836767" y="1704227"/>
            <a:ext cx="16924686" cy="36531826"/>
          </a:xfrm>
        </p:spPr>
        <p:txBody>
          <a:bodyPr/>
          <a:lstStyle>
            <a:lvl1pPr>
              <a:defRPr sz="13664" b="0" i="0"/>
            </a:lvl1pPr>
            <a:lvl2pPr>
              <a:defRPr sz="11877" b="0" i="0"/>
            </a:lvl2pPr>
            <a:lvl3pPr>
              <a:defRPr sz="10196" b="0" i="0"/>
            </a:lvl3pPr>
            <a:lvl4pPr>
              <a:defRPr sz="8514" b="0" i="0"/>
            </a:lvl4pPr>
            <a:lvl5pPr>
              <a:defRPr sz="8514" b="0" i="0"/>
            </a:lvl5pPr>
            <a:lvl6pPr>
              <a:defRPr sz="8514"/>
            </a:lvl6pPr>
            <a:lvl7pPr>
              <a:defRPr sz="8514"/>
            </a:lvl7pPr>
            <a:lvl8pPr>
              <a:defRPr sz="8514"/>
            </a:lvl8pPr>
            <a:lvl9pPr>
              <a:defRPr sz="8514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513763" y="8957088"/>
            <a:ext cx="9960337" cy="29278966"/>
          </a:xfrm>
        </p:spPr>
        <p:txBody>
          <a:bodyPr/>
          <a:lstStyle>
            <a:lvl1pPr marL="0" indent="0">
              <a:buNone/>
              <a:defRPr sz="5991" b="0" i="0"/>
            </a:lvl1pPr>
            <a:lvl2pPr marL="1946280" indent="0">
              <a:buNone/>
              <a:defRPr sz="5150"/>
            </a:lvl2pPr>
            <a:lvl3pPr marL="3892560" indent="0">
              <a:buNone/>
              <a:defRPr sz="4310"/>
            </a:lvl3pPr>
            <a:lvl4pPr marL="5838839" indent="0">
              <a:buNone/>
              <a:defRPr sz="3784"/>
            </a:lvl4pPr>
            <a:lvl5pPr marL="7785119" indent="0">
              <a:buNone/>
              <a:defRPr sz="3784"/>
            </a:lvl5pPr>
            <a:lvl6pPr marL="9731399" indent="0">
              <a:buNone/>
              <a:defRPr sz="3784"/>
            </a:lvl6pPr>
            <a:lvl7pPr marL="11677679" indent="0">
              <a:buNone/>
              <a:defRPr sz="3784"/>
            </a:lvl7pPr>
            <a:lvl8pPr marL="13623959" indent="0">
              <a:buNone/>
              <a:defRPr sz="3784"/>
            </a:lvl8pPr>
            <a:lvl9pPr marL="15570239" indent="0">
              <a:buNone/>
              <a:defRPr sz="3784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BBB43986-AEAC-45CE-990A-14938135A5F5}" type="datetimeFigureOut">
              <a:rPr lang="ko-KR" altLang="en-US" smtClean="0"/>
              <a:pPr/>
              <a:t>2026-04-30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518B2130-E11C-49F2-B90B-935B2459947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34153" y="29962635"/>
            <a:ext cx="18165128" cy="3537259"/>
          </a:xfrm>
        </p:spPr>
        <p:txBody>
          <a:bodyPr anchor="b"/>
          <a:lstStyle>
            <a:lvl1pPr algn="l">
              <a:defRPr sz="8514" b="0" i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934153" y="3824596"/>
            <a:ext cx="18165128" cy="25682258"/>
          </a:xfrm>
        </p:spPr>
        <p:txBody>
          <a:bodyPr/>
          <a:lstStyle>
            <a:lvl1pPr marL="0" indent="0">
              <a:buNone/>
              <a:defRPr sz="13664" b="0" i="0"/>
            </a:lvl1pPr>
            <a:lvl2pPr marL="1946280" indent="0">
              <a:buNone/>
              <a:defRPr sz="11877"/>
            </a:lvl2pPr>
            <a:lvl3pPr marL="3892560" indent="0">
              <a:buNone/>
              <a:defRPr sz="10196"/>
            </a:lvl3pPr>
            <a:lvl4pPr marL="5838839" indent="0">
              <a:buNone/>
              <a:defRPr sz="8514"/>
            </a:lvl4pPr>
            <a:lvl5pPr marL="7785119" indent="0">
              <a:buNone/>
              <a:defRPr sz="8514"/>
            </a:lvl5pPr>
            <a:lvl6pPr marL="9731399" indent="0">
              <a:buNone/>
              <a:defRPr sz="8514"/>
            </a:lvl6pPr>
            <a:lvl7pPr marL="11677679" indent="0">
              <a:buNone/>
              <a:defRPr sz="8514"/>
            </a:lvl7pPr>
            <a:lvl8pPr marL="13623959" indent="0">
              <a:buNone/>
              <a:defRPr sz="8514"/>
            </a:lvl8pPr>
            <a:lvl9pPr marL="15570239" indent="0">
              <a:buNone/>
              <a:defRPr sz="8514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934153" y="33499892"/>
            <a:ext cx="18165128" cy="5023495"/>
          </a:xfrm>
        </p:spPr>
        <p:txBody>
          <a:bodyPr/>
          <a:lstStyle>
            <a:lvl1pPr marL="0" indent="0">
              <a:buNone/>
              <a:defRPr sz="5991" b="0" i="0"/>
            </a:lvl1pPr>
            <a:lvl2pPr marL="1946280" indent="0">
              <a:buNone/>
              <a:defRPr sz="5150"/>
            </a:lvl2pPr>
            <a:lvl3pPr marL="3892560" indent="0">
              <a:buNone/>
              <a:defRPr sz="4310"/>
            </a:lvl3pPr>
            <a:lvl4pPr marL="5838839" indent="0">
              <a:buNone/>
              <a:defRPr sz="3784"/>
            </a:lvl4pPr>
            <a:lvl5pPr marL="7785119" indent="0">
              <a:buNone/>
              <a:defRPr sz="3784"/>
            </a:lvl5pPr>
            <a:lvl6pPr marL="9731399" indent="0">
              <a:buNone/>
              <a:defRPr sz="3784"/>
            </a:lvl6pPr>
            <a:lvl7pPr marL="11677679" indent="0">
              <a:buNone/>
              <a:defRPr sz="3784"/>
            </a:lvl7pPr>
            <a:lvl8pPr marL="13623959" indent="0">
              <a:buNone/>
              <a:defRPr sz="3784"/>
            </a:lvl8pPr>
            <a:lvl9pPr marL="15570239" indent="0">
              <a:buNone/>
              <a:defRPr sz="3784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BBB43986-AEAC-45CE-990A-14938135A5F5}" type="datetimeFigureOut">
              <a:rPr lang="ko-KR" altLang="en-US" smtClean="0"/>
              <a:pPr/>
              <a:t>2026-04-30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518B2130-E11C-49F2-B90B-935B2459947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BBB43986-AEAC-45CE-990A-14938135A5F5}" type="datetimeFigureOut">
              <a:rPr lang="ko-KR" altLang="en-US" smtClean="0"/>
              <a:pPr/>
              <a:t>2026-04-30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518B2130-E11C-49F2-B90B-935B2459947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9144175" y="8996718"/>
            <a:ext cx="21455455" cy="191745005"/>
          </a:xfrm>
        </p:spPr>
        <p:txBody>
          <a:bodyPr vert="eaVert"/>
          <a:lstStyle>
            <a:lvl1pPr>
              <a:defRPr b="0" i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67296" y="8996718"/>
            <a:ext cx="63872290" cy="191745005"/>
          </a:xfrm>
        </p:spPr>
        <p:txBody>
          <a:bodyPr vert="eaVert"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BBB43986-AEAC-45CE-990A-14938135A5F5}" type="datetimeFigureOut">
              <a:rPr lang="ko-KR" altLang="en-US" smtClean="0"/>
              <a:pPr/>
              <a:t>2026-04-30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518B2130-E11C-49F2-B90B-935B2459947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513761" y="1714136"/>
            <a:ext cx="27247692" cy="7133961"/>
          </a:xfrm>
          <a:prstGeom prst="rect">
            <a:avLst/>
          </a:prstGeom>
        </p:spPr>
        <p:txBody>
          <a:bodyPr vert="horz" lIns="370332" tIns="185166" rIns="370332" bIns="185166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13761" y="9987548"/>
            <a:ext cx="27247692" cy="28248505"/>
          </a:xfrm>
          <a:prstGeom prst="rect">
            <a:avLst/>
          </a:prstGeom>
        </p:spPr>
        <p:txBody>
          <a:bodyPr vert="horz" lIns="370332" tIns="185166" rIns="370332" bIns="185166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513761" y="39672750"/>
            <a:ext cx="7064216" cy="2278904"/>
          </a:xfrm>
          <a:prstGeom prst="rect">
            <a:avLst/>
          </a:prstGeom>
        </p:spPr>
        <p:txBody>
          <a:bodyPr vert="horz" lIns="370332" tIns="185166" rIns="370332" bIns="185166" rtlCol="0" anchor="ctr"/>
          <a:lstStyle>
            <a:lvl1pPr algn="l">
              <a:defRPr sz="5150" b="0" i="0">
                <a:solidFill>
                  <a:schemeClr val="tx1">
                    <a:tint val="75000"/>
                  </a:schemeClr>
                </a:solidFill>
                <a:latin typeface="Nanum Gothic Regular"/>
              </a:defRPr>
            </a:lvl1pPr>
          </a:lstStyle>
          <a:p>
            <a:fld id="{BBB43986-AEAC-45CE-990A-14938135A5F5}" type="datetimeFigureOut">
              <a:rPr lang="ko-KR" altLang="en-US" smtClean="0"/>
              <a:pPr/>
              <a:t>2026-04-30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344031" y="39672750"/>
            <a:ext cx="9587151" cy="2278904"/>
          </a:xfrm>
          <a:prstGeom prst="rect">
            <a:avLst/>
          </a:prstGeom>
        </p:spPr>
        <p:txBody>
          <a:bodyPr vert="horz" lIns="370332" tIns="185166" rIns="370332" bIns="185166" rtlCol="0" anchor="ctr"/>
          <a:lstStyle>
            <a:lvl1pPr algn="ctr">
              <a:defRPr sz="5150" b="0" i="0">
                <a:solidFill>
                  <a:schemeClr val="tx1">
                    <a:tint val="75000"/>
                  </a:schemeClr>
                </a:solidFill>
                <a:latin typeface="Nanum Gothic Regular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1697236" y="39672750"/>
            <a:ext cx="7064216" cy="2278904"/>
          </a:xfrm>
          <a:prstGeom prst="rect">
            <a:avLst/>
          </a:prstGeom>
        </p:spPr>
        <p:txBody>
          <a:bodyPr vert="horz" lIns="370332" tIns="185166" rIns="370332" bIns="185166" rtlCol="0" anchor="ctr"/>
          <a:lstStyle>
            <a:lvl1pPr algn="r">
              <a:defRPr sz="5150" b="0" i="0">
                <a:solidFill>
                  <a:schemeClr val="tx1">
                    <a:tint val="75000"/>
                  </a:schemeClr>
                </a:solidFill>
                <a:latin typeface="Nanum Gothic Regular"/>
              </a:defRPr>
            </a:lvl1pPr>
          </a:lstStyle>
          <a:p>
            <a:fld id="{518B2130-E11C-49F2-B90B-935B2459947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892560" rtl="0" eaLnBrk="1" latinLnBrk="1" hangingPunct="1">
        <a:spcBef>
          <a:spcPct val="0"/>
        </a:spcBef>
        <a:buNone/>
        <a:defRPr sz="18710" b="0" i="0" kern="1200">
          <a:solidFill>
            <a:schemeClr val="tx1"/>
          </a:solidFill>
          <a:latin typeface="Nanum Gothic Regular"/>
          <a:ea typeface="+mj-ea"/>
          <a:cs typeface="+mj-cs"/>
        </a:defRPr>
      </a:lvl1pPr>
    </p:titleStyle>
    <p:bodyStyle>
      <a:lvl1pPr marL="1459710" indent="-1459710" algn="l" defTabSz="3892560" rtl="0" eaLnBrk="1" latinLnBrk="1" hangingPunct="1">
        <a:spcBef>
          <a:spcPct val="20000"/>
        </a:spcBef>
        <a:buFont typeface="Arial" pitchFamily="34" charset="0"/>
        <a:buChar char="•"/>
        <a:defRPr sz="13664" b="0" i="0" kern="1200">
          <a:solidFill>
            <a:schemeClr val="tx1"/>
          </a:solidFill>
          <a:latin typeface="Nanum Gothic Regular"/>
          <a:ea typeface="+mn-ea"/>
          <a:cs typeface="+mn-cs"/>
        </a:defRPr>
      </a:lvl1pPr>
      <a:lvl2pPr marL="3162705" indent="-1216425" algn="l" defTabSz="3892560" rtl="0" eaLnBrk="1" latinLnBrk="1" hangingPunct="1">
        <a:spcBef>
          <a:spcPct val="20000"/>
        </a:spcBef>
        <a:buFont typeface="Arial" pitchFamily="34" charset="0"/>
        <a:buChar char="–"/>
        <a:defRPr sz="11877" b="0" i="0" kern="1200">
          <a:solidFill>
            <a:schemeClr val="tx1"/>
          </a:solidFill>
          <a:latin typeface="Nanum Gothic Regular"/>
          <a:ea typeface="+mn-ea"/>
          <a:cs typeface="+mn-cs"/>
        </a:defRPr>
      </a:lvl2pPr>
      <a:lvl3pPr marL="4865700" indent="-973140" algn="l" defTabSz="3892560" rtl="0" eaLnBrk="1" latinLnBrk="1" hangingPunct="1">
        <a:spcBef>
          <a:spcPct val="20000"/>
        </a:spcBef>
        <a:buFont typeface="Arial" pitchFamily="34" charset="0"/>
        <a:buChar char="•"/>
        <a:defRPr sz="10196" b="0" i="0" kern="1200">
          <a:solidFill>
            <a:schemeClr val="tx1"/>
          </a:solidFill>
          <a:latin typeface="Nanum Gothic Regular"/>
          <a:ea typeface="+mn-ea"/>
          <a:cs typeface="+mn-cs"/>
        </a:defRPr>
      </a:lvl3pPr>
      <a:lvl4pPr marL="6811979" indent="-973140" algn="l" defTabSz="3892560" rtl="0" eaLnBrk="1" latinLnBrk="1" hangingPunct="1">
        <a:spcBef>
          <a:spcPct val="20000"/>
        </a:spcBef>
        <a:buFont typeface="Arial" pitchFamily="34" charset="0"/>
        <a:buChar char="–"/>
        <a:defRPr sz="8514" b="0" i="0" kern="1200">
          <a:solidFill>
            <a:schemeClr val="tx1"/>
          </a:solidFill>
          <a:latin typeface="Nanum Gothic Regular"/>
          <a:ea typeface="+mn-ea"/>
          <a:cs typeface="+mn-cs"/>
        </a:defRPr>
      </a:lvl4pPr>
      <a:lvl5pPr marL="8758259" indent="-973140" algn="l" defTabSz="3892560" rtl="0" eaLnBrk="1" latinLnBrk="1" hangingPunct="1">
        <a:spcBef>
          <a:spcPct val="20000"/>
        </a:spcBef>
        <a:buFont typeface="Arial" pitchFamily="34" charset="0"/>
        <a:buChar char="»"/>
        <a:defRPr sz="8514" b="0" i="0" kern="1200">
          <a:solidFill>
            <a:schemeClr val="tx1"/>
          </a:solidFill>
          <a:latin typeface="Nanum Gothic Regular"/>
          <a:ea typeface="+mn-ea"/>
          <a:cs typeface="+mn-cs"/>
        </a:defRPr>
      </a:lvl5pPr>
      <a:lvl6pPr marL="10704539" indent="-973140" algn="l" defTabSz="3892560" rtl="0" eaLnBrk="1" latinLnBrk="1" hangingPunct="1">
        <a:spcBef>
          <a:spcPct val="20000"/>
        </a:spcBef>
        <a:buFont typeface="Arial" pitchFamily="34" charset="0"/>
        <a:buChar char="•"/>
        <a:defRPr sz="8514" kern="1200">
          <a:solidFill>
            <a:schemeClr val="tx1"/>
          </a:solidFill>
          <a:latin typeface="+mn-lt"/>
          <a:ea typeface="+mn-ea"/>
          <a:cs typeface="+mn-cs"/>
        </a:defRPr>
      </a:lvl6pPr>
      <a:lvl7pPr marL="12650819" indent="-973140" algn="l" defTabSz="3892560" rtl="0" eaLnBrk="1" latinLnBrk="1" hangingPunct="1">
        <a:spcBef>
          <a:spcPct val="20000"/>
        </a:spcBef>
        <a:buFont typeface="Arial" pitchFamily="34" charset="0"/>
        <a:buChar char="•"/>
        <a:defRPr sz="8514" kern="1200">
          <a:solidFill>
            <a:schemeClr val="tx1"/>
          </a:solidFill>
          <a:latin typeface="+mn-lt"/>
          <a:ea typeface="+mn-ea"/>
          <a:cs typeface="+mn-cs"/>
        </a:defRPr>
      </a:lvl7pPr>
      <a:lvl8pPr marL="14597099" indent="-973140" algn="l" defTabSz="3892560" rtl="0" eaLnBrk="1" latinLnBrk="1" hangingPunct="1">
        <a:spcBef>
          <a:spcPct val="20000"/>
        </a:spcBef>
        <a:buFont typeface="Arial" pitchFamily="34" charset="0"/>
        <a:buChar char="•"/>
        <a:defRPr sz="8514" kern="1200">
          <a:solidFill>
            <a:schemeClr val="tx1"/>
          </a:solidFill>
          <a:latin typeface="+mn-lt"/>
          <a:ea typeface="+mn-ea"/>
          <a:cs typeface="+mn-cs"/>
        </a:defRPr>
      </a:lvl8pPr>
      <a:lvl9pPr marL="16543379" indent="-973140" algn="l" defTabSz="3892560" rtl="0" eaLnBrk="1" latinLnBrk="1" hangingPunct="1">
        <a:spcBef>
          <a:spcPct val="20000"/>
        </a:spcBef>
        <a:buFont typeface="Arial" pitchFamily="34" charset="0"/>
        <a:buChar char="•"/>
        <a:defRPr sz="85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3892560" rtl="0" eaLnBrk="1" latinLnBrk="1" hangingPunct="1">
        <a:defRPr sz="7673" kern="1200">
          <a:solidFill>
            <a:schemeClr val="tx1"/>
          </a:solidFill>
          <a:latin typeface="+mn-lt"/>
          <a:ea typeface="+mn-ea"/>
          <a:cs typeface="+mn-cs"/>
        </a:defRPr>
      </a:lvl1pPr>
      <a:lvl2pPr marL="1946280" algn="l" defTabSz="3892560" rtl="0" eaLnBrk="1" latinLnBrk="1" hangingPunct="1">
        <a:defRPr sz="7673" kern="1200">
          <a:solidFill>
            <a:schemeClr val="tx1"/>
          </a:solidFill>
          <a:latin typeface="+mn-lt"/>
          <a:ea typeface="+mn-ea"/>
          <a:cs typeface="+mn-cs"/>
        </a:defRPr>
      </a:lvl2pPr>
      <a:lvl3pPr marL="3892560" algn="l" defTabSz="3892560" rtl="0" eaLnBrk="1" latinLnBrk="1" hangingPunct="1">
        <a:defRPr sz="7673" kern="1200">
          <a:solidFill>
            <a:schemeClr val="tx1"/>
          </a:solidFill>
          <a:latin typeface="+mn-lt"/>
          <a:ea typeface="+mn-ea"/>
          <a:cs typeface="+mn-cs"/>
        </a:defRPr>
      </a:lvl3pPr>
      <a:lvl4pPr marL="5838839" algn="l" defTabSz="3892560" rtl="0" eaLnBrk="1" latinLnBrk="1" hangingPunct="1">
        <a:defRPr sz="7673" kern="1200">
          <a:solidFill>
            <a:schemeClr val="tx1"/>
          </a:solidFill>
          <a:latin typeface="+mn-lt"/>
          <a:ea typeface="+mn-ea"/>
          <a:cs typeface="+mn-cs"/>
        </a:defRPr>
      </a:lvl4pPr>
      <a:lvl5pPr marL="7785119" algn="l" defTabSz="3892560" rtl="0" eaLnBrk="1" latinLnBrk="1" hangingPunct="1">
        <a:defRPr sz="7673" kern="1200">
          <a:solidFill>
            <a:schemeClr val="tx1"/>
          </a:solidFill>
          <a:latin typeface="+mn-lt"/>
          <a:ea typeface="+mn-ea"/>
          <a:cs typeface="+mn-cs"/>
        </a:defRPr>
      </a:lvl5pPr>
      <a:lvl6pPr marL="9731399" algn="l" defTabSz="3892560" rtl="0" eaLnBrk="1" latinLnBrk="1" hangingPunct="1">
        <a:defRPr sz="7673" kern="1200">
          <a:solidFill>
            <a:schemeClr val="tx1"/>
          </a:solidFill>
          <a:latin typeface="+mn-lt"/>
          <a:ea typeface="+mn-ea"/>
          <a:cs typeface="+mn-cs"/>
        </a:defRPr>
      </a:lvl6pPr>
      <a:lvl7pPr marL="11677679" algn="l" defTabSz="3892560" rtl="0" eaLnBrk="1" latinLnBrk="1" hangingPunct="1">
        <a:defRPr sz="7673" kern="1200">
          <a:solidFill>
            <a:schemeClr val="tx1"/>
          </a:solidFill>
          <a:latin typeface="+mn-lt"/>
          <a:ea typeface="+mn-ea"/>
          <a:cs typeface="+mn-cs"/>
        </a:defRPr>
      </a:lvl7pPr>
      <a:lvl8pPr marL="13623959" algn="l" defTabSz="3892560" rtl="0" eaLnBrk="1" latinLnBrk="1" hangingPunct="1">
        <a:defRPr sz="7673" kern="1200">
          <a:solidFill>
            <a:schemeClr val="tx1"/>
          </a:solidFill>
          <a:latin typeface="+mn-lt"/>
          <a:ea typeface="+mn-ea"/>
          <a:cs typeface="+mn-cs"/>
        </a:defRPr>
      </a:lvl8pPr>
      <a:lvl9pPr marL="15570239" algn="l" defTabSz="3892560" rtl="0" eaLnBrk="1" latinLnBrk="1" hangingPunct="1">
        <a:defRPr sz="76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284" y="3502"/>
            <a:ext cx="30258644" cy="427967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1" y="5298093"/>
            <a:ext cx="30275212" cy="739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204" b="1" u="sng">
                <a:latin typeface="Nanum Gothic Regular"/>
              </a:rPr>
              <a:t>First author</a:t>
            </a:r>
            <a:r>
              <a:rPr lang="en-US" altLang="ko-KR" sz="4204" b="1" baseline="30000">
                <a:latin typeface="Nanum Gothic Regular"/>
              </a:rPr>
              <a:t>1,2</a:t>
            </a:r>
            <a:r>
              <a:rPr lang="ko-KR" altLang="en-US" sz="4204" b="1">
                <a:latin typeface="Nanum Gothic Regular"/>
              </a:rPr>
              <a:t>ㆍ</a:t>
            </a:r>
            <a:r>
              <a:rPr lang="en-US" altLang="ko-KR" sz="4204" b="1">
                <a:latin typeface="Nanum Gothic Regular"/>
              </a:rPr>
              <a:t>Second</a:t>
            </a:r>
            <a:r>
              <a:rPr lang="en-US" altLang="ko-KR" sz="4204" b="1" baseline="30000">
                <a:latin typeface="Nanum Gothic Regular"/>
              </a:rPr>
              <a:t>1</a:t>
            </a:r>
            <a:r>
              <a:rPr lang="ko-KR" altLang="en-US" sz="4204" b="1">
                <a:latin typeface="Nanum Gothic Regular"/>
              </a:rPr>
              <a:t>ㆍ</a:t>
            </a:r>
            <a:r>
              <a:rPr lang="en-US" altLang="ko-KR" sz="4204" b="1">
                <a:latin typeface="Nanum Gothic Regular"/>
              </a:rPr>
              <a:t>Third</a:t>
            </a:r>
            <a:r>
              <a:rPr lang="en-US" altLang="ko-KR" sz="4204" b="1" baseline="30000">
                <a:latin typeface="Nanum Gothic Regular"/>
              </a:rPr>
              <a:t>2</a:t>
            </a:r>
            <a:r>
              <a:rPr lang="ko-KR" altLang="en-US" sz="4204" b="1">
                <a:latin typeface="Nanum Gothic Regular"/>
              </a:rPr>
              <a:t>ㆍ</a:t>
            </a:r>
            <a:r>
              <a:rPr lang="en-US" altLang="ko-KR" sz="4204" b="1">
                <a:latin typeface="Nanum Gothic Regular"/>
              </a:rPr>
              <a:t>Corresponding</a:t>
            </a:r>
            <a:r>
              <a:rPr lang="en-US" altLang="ko-KR" sz="4204" b="1" baseline="30000">
                <a:latin typeface="Nanum Gothic Regular"/>
              </a:rPr>
              <a:t>1, *</a:t>
            </a:r>
            <a:endParaRPr lang="ko-KR" altLang="en-US" sz="4204" b="1">
              <a:latin typeface="Nanum Gothic Regular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-1" y="3687913"/>
            <a:ext cx="30275212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8200" b="1">
                <a:latin typeface="Nanum Gothic"/>
                <a:ea typeface="Nanum Gothic"/>
              </a:rPr>
              <a:t>Title of the poster</a:t>
            </a:r>
            <a:endParaRPr lang="ko-KR" altLang="en-US" sz="8200" b="1">
              <a:latin typeface="Nanum Gothic"/>
              <a:ea typeface="Nanum Gothic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70561" y="6136185"/>
            <a:ext cx="28683562" cy="1257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784" baseline="30000">
                <a:latin typeface="Nanum Gothic Regular"/>
              </a:rPr>
              <a:t>1 </a:t>
            </a:r>
            <a:r>
              <a:rPr lang="en-US" altLang="ko-KR" sz="3784">
                <a:latin typeface="Nanum Gothic Regular"/>
              </a:rPr>
              <a:t>Affiliation 1</a:t>
            </a:r>
          </a:p>
          <a:p>
            <a:pPr lvl="0">
              <a:defRPr/>
            </a:pPr>
            <a:r>
              <a:rPr lang="en-US" altLang="ko-KR" sz="3784" baseline="30000">
                <a:latin typeface="Nanum Gothic Regular"/>
              </a:rPr>
              <a:t>2 </a:t>
            </a:r>
            <a:r>
              <a:rPr lang="en-US" altLang="ko-KR" sz="3784">
                <a:latin typeface="Nanum Gothic Regular"/>
              </a:rPr>
              <a:t>Affiliation 2</a:t>
            </a:r>
          </a:p>
        </p:txBody>
      </p:sp>
      <p:sp>
        <p:nvSpPr>
          <p:cNvPr id="232" name="직사각형 231"/>
          <p:cNvSpPr/>
          <p:nvPr/>
        </p:nvSpPr>
        <p:spPr>
          <a:xfrm>
            <a:off x="18697584" y="23322892"/>
            <a:ext cx="10812652" cy="14631071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8652">
              <a:latin typeface="Nanum Gothic Regular"/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779911" y="23168528"/>
            <a:ext cx="17627332" cy="1479519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8652">
              <a:latin typeface="Nanum Gothic Regular"/>
            </a:endParaRPr>
          </a:p>
        </p:txBody>
      </p:sp>
      <p:sp>
        <p:nvSpPr>
          <p:cNvPr id="230" name="직사각형 229"/>
          <p:cNvSpPr/>
          <p:nvPr/>
        </p:nvSpPr>
        <p:spPr>
          <a:xfrm>
            <a:off x="779911" y="8367035"/>
            <a:ext cx="10824901" cy="1348161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8652">
              <a:latin typeface="Nanum Gothic Regular"/>
            </a:endParaRPr>
          </a:p>
        </p:txBody>
      </p:sp>
      <p:sp>
        <p:nvSpPr>
          <p:cNvPr id="231" name="직사각형 230"/>
          <p:cNvSpPr/>
          <p:nvPr/>
        </p:nvSpPr>
        <p:spPr>
          <a:xfrm>
            <a:off x="11849655" y="8411624"/>
            <a:ext cx="17659192" cy="13476397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8652">
              <a:latin typeface="Nanum Gothic Regular"/>
            </a:endParaRPr>
          </a:p>
        </p:txBody>
      </p:sp>
      <p:sp>
        <p:nvSpPr>
          <p:cNvPr id="76" name="Rectangle 16"/>
          <p:cNvSpPr>
            <a:spLocks noChangeArrowheads="1"/>
          </p:cNvSpPr>
          <p:nvPr/>
        </p:nvSpPr>
        <p:spPr>
          <a:xfrm>
            <a:off x="766366" y="12529793"/>
            <a:ext cx="10817657" cy="976142"/>
          </a:xfrm>
          <a:prstGeom prst="rect">
            <a:avLst/>
          </a:prstGeom>
          <a:solidFill>
            <a:srgbClr val="FFC000"/>
          </a:solidFill>
          <a:ln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lIns="0" tIns="0" rIns="115334" bIns="0" anchor="ctr"/>
          <a:lstStyle/>
          <a:p>
            <a:pPr algn="ctr" defTabSz="1987328" eaLnBrk="0" hangingPunct="0">
              <a:lnSpc>
                <a:spcPct val="95000"/>
              </a:lnSpc>
              <a:spcBef>
                <a:spcPct val="50000"/>
              </a:spcBef>
              <a:spcAft>
                <a:spcPct val="50000"/>
              </a:spcAft>
              <a:defRPr/>
            </a:pPr>
            <a:r>
              <a:rPr lang="en-US" altLang="ko-KR"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Nanum Gothic"/>
                <a:ea typeface="Nanum Gothic"/>
                <a:cs typeface="Nanum Gothic"/>
              </a:rPr>
              <a:t>Introduction</a:t>
            </a:r>
            <a:endParaRPr lang="en-US" altLang="ko-KR" sz="4800">
              <a:solidFill>
                <a:schemeClr val="bg1"/>
              </a:solidFill>
              <a:latin typeface="Nanum Gothic"/>
              <a:ea typeface="Nanum Gothic"/>
              <a:cs typeface="Nanum Gothic"/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901524" y="8775035"/>
            <a:ext cx="10587388" cy="1624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312">
                <a:latin typeface="Nanum Gothic"/>
                <a:ea typeface="Nanum Gothic"/>
              </a:rPr>
              <a:t>     Your abstract starts here. Rearranging of site of each section is flexible. If necessary, it is possible to relocate each section where you want to place,</a:t>
            </a:r>
          </a:p>
          <a:p>
            <a:pPr algn="just">
              <a:lnSpc>
                <a:spcPct val="150000"/>
              </a:lnSpc>
              <a:defRPr/>
            </a:pPr>
            <a:endParaRPr lang="en-US" altLang="ko-KR" sz="2312">
              <a:latin typeface="Nanum Gothic Regular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1433233" y="23944476"/>
            <a:ext cx="7358610" cy="480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61126" latinLnBrk="0">
              <a:defRPr/>
            </a:pPr>
            <a:r>
              <a:rPr lang="en-US" altLang="ko-KR" sz="2523" kern="0">
                <a:solidFill>
                  <a:sysClr val="windowText" lastClr="000000"/>
                </a:solidFill>
                <a:latin typeface="Nanum Gothic Regular"/>
              </a:rPr>
              <a:t>Characterization of</a:t>
            </a:r>
          </a:p>
        </p:txBody>
      </p:sp>
      <p:sp>
        <p:nvSpPr>
          <p:cNvPr id="235" name="Rectangle 16"/>
          <p:cNvSpPr>
            <a:spLocks noChangeArrowheads="1"/>
          </p:cNvSpPr>
          <p:nvPr/>
        </p:nvSpPr>
        <p:spPr>
          <a:xfrm>
            <a:off x="11868831" y="7629003"/>
            <a:ext cx="17655032" cy="1002833"/>
          </a:xfrm>
          <a:prstGeom prst="rect">
            <a:avLst/>
          </a:prstGeom>
          <a:solidFill>
            <a:schemeClr val="accent6">
              <a:lumMod val="75000"/>
              <a:alpha val="98820"/>
            </a:schemeClr>
          </a:solidFill>
          <a:ln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lIns="0" tIns="0" rIns="115334" bIns="0" anchor="ctr"/>
          <a:lstStyle/>
          <a:p>
            <a:pPr algn="ctr" defTabSz="1987328" eaLnBrk="0" hangingPunct="0">
              <a:lnSpc>
                <a:spcPct val="95000"/>
              </a:lnSpc>
              <a:spcBef>
                <a:spcPct val="50000"/>
              </a:spcBef>
              <a:spcAft>
                <a:spcPct val="50000"/>
              </a:spcAft>
              <a:defRPr/>
            </a:pPr>
            <a:r>
              <a:rPr lang="en-US" altLang="ko-KR"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Nanum Gothic"/>
                <a:ea typeface="Nanum Gothic"/>
                <a:cs typeface="Nanum Gothic"/>
              </a:rPr>
              <a:t>Materials and Methods</a:t>
            </a:r>
            <a:endParaRPr lang="en-US" altLang="ko-KR" sz="4800">
              <a:solidFill>
                <a:schemeClr val="bg1"/>
              </a:solidFill>
              <a:latin typeface="Nanum Gothic"/>
              <a:ea typeface="Nanum Gothic"/>
              <a:cs typeface="Nanum Gothic"/>
            </a:endParaRPr>
          </a:p>
        </p:txBody>
      </p:sp>
      <p:sp>
        <p:nvSpPr>
          <p:cNvPr id="236" name="Rectangle 16"/>
          <p:cNvSpPr>
            <a:spLocks noChangeArrowheads="1"/>
          </p:cNvSpPr>
          <p:nvPr/>
        </p:nvSpPr>
        <p:spPr>
          <a:xfrm>
            <a:off x="782722" y="7629003"/>
            <a:ext cx="10824901" cy="976142"/>
          </a:xfrm>
          <a:prstGeom prst="rect">
            <a:avLst/>
          </a:prstGeom>
          <a:solidFill>
            <a:srgbClr val="FF9000"/>
          </a:solidFill>
          <a:ln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0" tIns="0" rIns="115334" bIns="0" anchor="ctr"/>
          <a:lstStyle/>
          <a:p>
            <a:pPr algn="ctr" defTabSz="1987328" eaLnBrk="0" hangingPunct="0">
              <a:lnSpc>
                <a:spcPct val="95000"/>
              </a:lnSpc>
              <a:spcBef>
                <a:spcPct val="50000"/>
              </a:spcBef>
              <a:spcAft>
                <a:spcPct val="50000"/>
              </a:spcAft>
              <a:defRPr/>
            </a:pPr>
            <a:r>
              <a:rPr lang="en-US" altLang="ko-KR"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Nanum Gothic"/>
                <a:ea typeface="Nanum Gothic"/>
                <a:cs typeface="Nanum Gothic"/>
              </a:rPr>
              <a:t>Abstract</a:t>
            </a:r>
            <a:endParaRPr lang="en-US" altLang="ko-KR" sz="4800">
              <a:solidFill>
                <a:schemeClr val="bg1"/>
              </a:solidFill>
              <a:latin typeface="Nanum Gothic"/>
              <a:ea typeface="Nanum Gothic"/>
              <a:cs typeface="Nanum Gothic"/>
            </a:endParaRPr>
          </a:p>
        </p:txBody>
      </p:sp>
      <p:sp>
        <p:nvSpPr>
          <p:cNvPr id="237" name="Rectangle 16"/>
          <p:cNvSpPr>
            <a:spLocks noChangeArrowheads="1"/>
          </p:cNvSpPr>
          <p:nvPr/>
        </p:nvSpPr>
        <p:spPr>
          <a:xfrm>
            <a:off x="776378" y="22395146"/>
            <a:ext cx="17620616" cy="1002833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lIns="0" tIns="0" rIns="115334" bIns="0" anchor="ctr"/>
          <a:lstStyle/>
          <a:p>
            <a:pPr algn="ctr" defTabSz="1987328" eaLnBrk="0" hangingPunct="0">
              <a:lnSpc>
                <a:spcPct val="95000"/>
              </a:lnSpc>
              <a:spcBef>
                <a:spcPct val="50000"/>
              </a:spcBef>
              <a:spcAft>
                <a:spcPct val="50000"/>
              </a:spcAft>
              <a:defRPr/>
            </a:pPr>
            <a:r>
              <a:rPr lang="en-US" altLang="ko-KR"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Nanum Gothic"/>
                <a:ea typeface="Nanum Gothic"/>
                <a:cs typeface="Nanum Gothic"/>
              </a:rPr>
              <a:t>Results</a:t>
            </a:r>
            <a:endParaRPr lang="en-US" altLang="ko-KR" sz="4800">
              <a:solidFill>
                <a:schemeClr val="bg1"/>
              </a:solidFill>
              <a:latin typeface="Nanum Gothic"/>
              <a:ea typeface="Nanum Gothic"/>
              <a:cs typeface="Nanum Gothic"/>
            </a:endParaRPr>
          </a:p>
        </p:txBody>
      </p:sp>
      <p:sp>
        <p:nvSpPr>
          <p:cNvPr id="238" name="Rectangle 16"/>
          <p:cNvSpPr>
            <a:spLocks noChangeArrowheads="1"/>
          </p:cNvSpPr>
          <p:nvPr/>
        </p:nvSpPr>
        <p:spPr>
          <a:xfrm>
            <a:off x="18687336" y="22401812"/>
            <a:ext cx="10827907" cy="976142"/>
          </a:xfrm>
          <a:prstGeom prst="rect">
            <a:avLst/>
          </a:prstGeom>
          <a:solidFill>
            <a:srgbClr val="FFC000"/>
          </a:solidFill>
          <a:ln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lIns="0" tIns="0" rIns="115334" bIns="0" anchor="ctr"/>
          <a:lstStyle/>
          <a:p>
            <a:pPr algn="ctr" defTabSz="1987328" eaLnBrk="0" hangingPunct="0">
              <a:lnSpc>
                <a:spcPct val="95000"/>
              </a:lnSpc>
              <a:spcBef>
                <a:spcPct val="50000"/>
              </a:spcBef>
              <a:spcAft>
                <a:spcPct val="50000"/>
              </a:spcAft>
              <a:defRPr/>
            </a:pPr>
            <a:r>
              <a:rPr lang="en-US" altLang="ko-KR"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Nanum Gothic"/>
                <a:ea typeface="Nanum Gothic"/>
                <a:cs typeface="Nanum Gothic"/>
              </a:rPr>
              <a:t>Conclusions</a:t>
            </a:r>
            <a:endParaRPr lang="en-US" altLang="ko-KR" sz="4800">
              <a:solidFill>
                <a:schemeClr val="bg1"/>
              </a:solidFill>
              <a:latin typeface="Nanum Gothic"/>
              <a:ea typeface="Nanum Gothic"/>
              <a:cs typeface="Nanum Gothic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892190" y="13556644"/>
            <a:ext cx="10587388" cy="10910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312">
                <a:latin typeface="Nanum Gothic Regular"/>
              </a:rPr>
              <a:t>   </a:t>
            </a:r>
            <a:r>
              <a:rPr lang="en-US" altLang="ko-KR" sz="2312">
                <a:latin typeface="Nanum Gothic"/>
                <a:ea typeface="Nanum Gothic"/>
              </a:rPr>
              <a:t>Your introduction starts here. Rearranging of site of each section is flexible. If necessary, it is possible to relocate each section where you want to place,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914953" y="28679740"/>
            <a:ext cx="5680612" cy="383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ko-KR" sz="1892">
                <a:latin typeface="Nanum Gothic Regular"/>
              </a:rPr>
              <a:t>Fig. 4 SEM images</a:t>
            </a:r>
            <a:endParaRPr lang="ko-KR" altLang="en-US" sz="1892">
              <a:latin typeface="Nanum Gothic Regular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2261998" y="11637923"/>
            <a:ext cx="6993316" cy="383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ko-KR" sz="1892">
                <a:latin typeface="Nanum Gothic Regular"/>
              </a:rPr>
              <a:t>Fig. 1. Preparation of</a:t>
            </a:r>
            <a:endParaRPr lang="ko-KR" altLang="en-US" sz="1892">
              <a:latin typeface="Nanum Gothic Regular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12146778" y="19915828"/>
            <a:ext cx="8920859" cy="383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ko-KR" sz="1892">
                <a:latin typeface="Nanum Gothic Regular"/>
              </a:rPr>
              <a:t>Fig. 2. Schematic diagram</a:t>
            </a:r>
            <a:endParaRPr lang="ko-KR" altLang="en-US" sz="1892">
              <a:latin typeface="Nanum Gothic Regular"/>
            </a:endParaRPr>
          </a:p>
        </p:txBody>
      </p:sp>
      <p:grpSp>
        <p:nvGrpSpPr>
          <p:cNvPr id="239" name="그룹 238"/>
          <p:cNvGrpSpPr/>
          <p:nvPr/>
        </p:nvGrpSpPr>
        <p:grpSpPr>
          <a:xfrm>
            <a:off x="21904360" y="10046666"/>
            <a:ext cx="7219970" cy="10123136"/>
            <a:chOff x="21904360" y="10046666"/>
            <a:chExt cx="7219970" cy="10123136"/>
          </a:xfrm>
        </p:grpSpPr>
        <p:sp>
          <p:nvSpPr>
            <p:cNvPr id="240" name="사각형: 둥근 모서리 239"/>
            <p:cNvSpPr/>
            <p:nvPr/>
          </p:nvSpPr>
          <p:spPr>
            <a:xfrm>
              <a:off x="22250638" y="10097697"/>
              <a:ext cx="6527413" cy="1190012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dist="23000" sx="1000" sy="1000" rotWithShape="0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prstMaterial="metal"/>
          </p:spPr>
          <p:style>
            <a:lnRef idx="0">
              <a:scrgbClr r="0" g="0" b="0"/>
            </a:lnRef>
            <a:fillRef idx="1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</p:sp>
        <p:sp>
          <p:nvSpPr>
            <p:cNvPr id="241" name="TextBox 240"/>
            <p:cNvSpPr txBox="1"/>
            <p:nvPr/>
          </p:nvSpPr>
          <p:spPr>
            <a:xfrm>
              <a:off x="22285492" y="10132551"/>
              <a:ext cx="6457705" cy="1120304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76200" tIns="76200" rIns="76200" bIns="76200" anchor="ctr" anchorCtr="0">
              <a:noAutofit/>
            </a:bodyPr>
            <a:lstStyle/>
            <a:p>
              <a:pPr marL="0" lvl="0" indent="0" algn="ctr" defTabSz="8890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/>
              </a:pPr>
              <a:endParaRPr lang="ko-KR" altLang="en-US" sz="2000" b="1" kern="1200">
                <a:effectLst/>
              </a:endParaRPr>
            </a:p>
          </p:txBody>
        </p:sp>
        <p:sp>
          <p:nvSpPr>
            <p:cNvPr id="242" name="이등변 삼각형 241"/>
            <p:cNvSpPr/>
            <p:nvPr/>
          </p:nvSpPr>
          <p:spPr>
            <a:xfrm rot="10800000">
              <a:off x="25291144" y="11381705"/>
              <a:ext cx="446399" cy="359998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-182000" prstMaterial="metal"/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243" name="TextBox 242"/>
            <p:cNvSpPr txBox="1"/>
            <p:nvPr/>
          </p:nvSpPr>
          <p:spPr>
            <a:xfrm rot="5400000">
              <a:off x="25460344" y="11392504"/>
              <a:ext cx="215998" cy="338400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0" rIns="0" bIns="0" anchor="ctr" anchorCtr="0">
              <a:noAutofit/>
            </a:bodyPr>
            <a:lstStyle/>
            <a:p>
              <a:pPr marL="0" lvl="0" indent="0" algn="ctr" defTabSz="7112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/>
              </a:pPr>
              <a:endParaRPr lang="ko-KR" altLang="en-US" sz="1600" kern="1200"/>
            </a:p>
          </p:txBody>
        </p:sp>
        <p:sp>
          <p:nvSpPr>
            <p:cNvPr id="244" name="사각형: 둥근 모서리 243"/>
            <p:cNvSpPr/>
            <p:nvPr/>
          </p:nvSpPr>
          <p:spPr>
            <a:xfrm>
              <a:off x="22250638" y="11835700"/>
              <a:ext cx="6527413" cy="1190012"/>
            </a:xfrm>
            <a:prstGeom prst="roundRect">
              <a:avLst>
                <a:gd name="adj" fmla="val 10000"/>
              </a:avLst>
            </a:prstGeom>
            <a:solidFill>
              <a:srgbClr val="FF9000"/>
            </a:solidFill>
            <a:ln>
              <a:noFill/>
            </a:ln>
            <a:effectLst>
              <a:outerShdw dist="23000" sx="1000" sy="1000" rotWithShape="0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prstMaterial="metal"/>
          </p:spPr>
          <p:style>
            <a:lnRef idx="0">
              <a:scrgbClr r="0" g="0" b="0"/>
            </a:lnRef>
            <a:fillRef idx="1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</p:sp>
        <p:sp>
          <p:nvSpPr>
            <p:cNvPr id="245" name="TextBox 244"/>
            <p:cNvSpPr txBox="1"/>
            <p:nvPr/>
          </p:nvSpPr>
          <p:spPr>
            <a:xfrm>
              <a:off x="22285492" y="11870554"/>
              <a:ext cx="6457705" cy="1120304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76200" tIns="76200" rIns="76200" bIns="76200" anchor="ctr" anchorCtr="0">
              <a:noAutofit/>
            </a:bodyPr>
            <a:lstStyle/>
            <a:p>
              <a:pPr marL="0" lvl="0" indent="0" algn="ctr" defTabSz="8890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/>
              </a:pPr>
              <a:endParaRPr lang="en-US" altLang="ko-KR" sz="2000" b="1" kern="1200" baseline="-25000">
                <a:effectLst/>
              </a:endParaRPr>
            </a:p>
          </p:txBody>
        </p:sp>
        <p:sp>
          <p:nvSpPr>
            <p:cNvPr id="246" name="순서도: 병합 245"/>
            <p:cNvSpPr/>
            <p:nvPr/>
          </p:nvSpPr>
          <p:spPr>
            <a:xfrm>
              <a:off x="25288360" y="13142664"/>
              <a:ext cx="446401" cy="359998"/>
            </a:xfrm>
            <a:prstGeom prst="flowChartMerge">
              <a:avLst/>
            </a:prstGeom>
            <a:solidFill>
              <a:schemeClr val="tx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-182000" prstMaterial="metal"/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247" name="TextBox 246"/>
            <p:cNvSpPr txBox="1"/>
            <p:nvPr/>
          </p:nvSpPr>
          <p:spPr>
            <a:xfrm rot="16200000">
              <a:off x="25349560" y="13153462"/>
              <a:ext cx="215998" cy="338402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0" rIns="0" bIns="0" anchor="ctr" anchorCtr="0">
              <a:noAutofit/>
            </a:bodyPr>
            <a:lstStyle/>
            <a:p>
              <a:pPr marL="0" lvl="0" indent="0" algn="ctr" defTabSz="4000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/>
              </a:pPr>
              <a:endParaRPr lang="ko-KR" altLang="en-US" sz="900" kern="1200"/>
            </a:p>
          </p:txBody>
        </p:sp>
        <p:sp>
          <p:nvSpPr>
            <p:cNvPr id="248" name="사각형: 둥근 모서리 247"/>
            <p:cNvSpPr/>
            <p:nvPr/>
          </p:nvSpPr>
          <p:spPr>
            <a:xfrm>
              <a:off x="22250638" y="13620718"/>
              <a:ext cx="6527413" cy="1190012"/>
            </a:xfrm>
            <a:prstGeom prst="roundRect">
              <a:avLst>
                <a:gd name="adj" fmla="val 10000"/>
              </a:avLst>
            </a:prstGeom>
            <a:solidFill>
              <a:srgbClr val="FFC0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prstMaterial="metal"/>
          </p:spPr>
          <p:style>
            <a:lnRef idx="0">
              <a:scrgbClr r="0" g="0" b="0"/>
            </a:lnRef>
            <a:fillRef idx="1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</p:sp>
        <p:sp>
          <p:nvSpPr>
            <p:cNvPr id="249" name="TextBox 248"/>
            <p:cNvSpPr txBox="1"/>
            <p:nvPr/>
          </p:nvSpPr>
          <p:spPr>
            <a:xfrm>
              <a:off x="22285492" y="13655572"/>
              <a:ext cx="6457705" cy="1120304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76200" tIns="76200" rIns="76200" bIns="76200" anchor="ctr" anchorCtr="0">
              <a:noAutofit/>
            </a:bodyPr>
            <a:lstStyle/>
            <a:p>
              <a:pPr marL="0" lvl="0" indent="0" algn="ctr" defTabSz="8890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/>
              </a:pPr>
              <a:r>
                <a:rPr lang="en-US" altLang="ko-KR" sz="2000" b="1" i="0" kern="1200">
                  <a:effectLst/>
                  <a:latin typeface="Nanum Gothic"/>
                  <a:ea typeface="Nanum Gothic"/>
                </a:rPr>
                <a:t>Adding Smart  art that you need</a:t>
              </a:r>
              <a:br>
                <a:rPr lang="en-US" altLang="ko-KR" sz="2000" b="1" i="0" kern="1200">
                  <a:effectLst/>
                  <a:latin typeface="Nanum Gothic"/>
                  <a:ea typeface="Nanum Gothic"/>
                </a:rPr>
              </a:br>
              <a:r>
                <a:rPr lang="en-US" altLang="ko-KR" sz="2000" b="1" i="0" kern="1200">
                  <a:effectLst/>
                  <a:latin typeface="Nanum Gothic"/>
                  <a:ea typeface="Nanum Gothic"/>
                </a:rPr>
                <a:t>It is all up to you!</a:t>
              </a:r>
              <a:endParaRPr lang="ko-KR" altLang="en-US" sz="2000" b="1" i="0" kern="1200">
                <a:effectLst/>
                <a:latin typeface="Nanum Gothic"/>
                <a:ea typeface="Nanum Gothic"/>
              </a:endParaRPr>
            </a:p>
          </p:txBody>
        </p:sp>
        <p:sp>
          <p:nvSpPr>
            <p:cNvPr id="250" name="이등변 삼각형 249"/>
            <p:cNvSpPr/>
            <p:nvPr/>
          </p:nvSpPr>
          <p:spPr>
            <a:xfrm rot="10798468">
              <a:off x="25283308" y="14972691"/>
              <a:ext cx="446399" cy="359998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-182000" prstMaterial="metal"/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251" name="TextBox 250"/>
            <p:cNvSpPr txBox="1"/>
            <p:nvPr/>
          </p:nvSpPr>
          <p:spPr>
            <a:xfrm rot="5398469">
              <a:off x="25452508" y="14983466"/>
              <a:ext cx="215998" cy="338400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0" rIns="0" bIns="0" anchor="ctr" anchorCtr="0">
              <a:noAutofit/>
            </a:bodyPr>
            <a:lstStyle/>
            <a:p>
              <a:pPr marL="0" lvl="0" indent="0" algn="ctr" defTabSz="7112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/>
              </a:pPr>
              <a:endParaRPr lang="ko-KR" altLang="en-US" sz="1600" kern="1200"/>
            </a:p>
          </p:txBody>
        </p:sp>
        <p:sp>
          <p:nvSpPr>
            <p:cNvPr id="252" name="사각형: 둥근 모서리 251"/>
            <p:cNvSpPr/>
            <p:nvPr/>
          </p:nvSpPr>
          <p:spPr>
            <a:xfrm>
              <a:off x="22237440" y="15426288"/>
              <a:ext cx="6527413" cy="1190012"/>
            </a:xfrm>
            <a:prstGeom prst="roundRect">
              <a:avLst>
                <a:gd name="adj" fmla="val 10000"/>
              </a:avLst>
            </a:prstGeom>
            <a:solidFill>
              <a:srgbClr val="FF90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prstMaterial="metal"/>
          </p:spPr>
          <p:style>
            <a:lnRef idx="0">
              <a:scrgbClr r="0" g="0" b="0"/>
            </a:lnRef>
            <a:fillRef idx="1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</p:sp>
        <p:sp>
          <p:nvSpPr>
            <p:cNvPr id="253" name="TextBox 252"/>
            <p:cNvSpPr txBox="1"/>
            <p:nvPr/>
          </p:nvSpPr>
          <p:spPr>
            <a:xfrm>
              <a:off x="22272294" y="15461142"/>
              <a:ext cx="6457705" cy="1120304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76200" tIns="76200" rIns="76200" bIns="76200" anchor="ctr" anchorCtr="0">
              <a:noAutofit/>
            </a:bodyPr>
            <a:lstStyle/>
            <a:p>
              <a:pPr marL="0" lvl="0" indent="0" algn="ctr" defTabSz="8890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/>
              </a:pPr>
              <a:endParaRPr lang="ko-KR" altLang="en-US" sz="2000" b="1" kern="1200">
                <a:effectLst/>
              </a:endParaRPr>
            </a:p>
          </p:txBody>
        </p:sp>
        <p:sp>
          <p:nvSpPr>
            <p:cNvPr id="254" name="순서도: 병합 253"/>
            <p:cNvSpPr/>
            <p:nvPr/>
          </p:nvSpPr>
          <p:spPr>
            <a:xfrm rot="1509">
              <a:off x="25284544" y="16758458"/>
              <a:ext cx="446400" cy="359998"/>
            </a:xfrm>
            <a:prstGeom prst="flowChartMerge">
              <a:avLst/>
            </a:prstGeom>
            <a:solidFill>
              <a:schemeClr val="tx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-182000" prstMaterial="metal"/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255" name="TextBox 254"/>
            <p:cNvSpPr txBox="1"/>
            <p:nvPr/>
          </p:nvSpPr>
          <p:spPr>
            <a:xfrm rot="16201509">
              <a:off x="25345746" y="16769233"/>
              <a:ext cx="215998" cy="338401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0" rIns="0" bIns="0" anchor="ctr" anchorCtr="0">
              <a:noAutofit/>
            </a:bodyPr>
            <a:lstStyle/>
            <a:p>
              <a:pPr marL="0" lvl="0" indent="0" algn="ctr" defTabSz="7112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/>
              </a:pPr>
              <a:endParaRPr lang="ko-KR" altLang="en-US" sz="1600" kern="1200"/>
            </a:p>
          </p:txBody>
        </p:sp>
        <p:sp>
          <p:nvSpPr>
            <p:cNvPr id="256" name="사각형: 둥근 모서리 255"/>
            <p:cNvSpPr/>
            <p:nvPr/>
          </p:nvSpPr>
          <p:spPr>
            <a:xfrm>
              <a:off x="22250638" y="17260614"/>
              <a:ext cx="6527413" cy="1190012"/>
            </a:xfrm>
            <a:prstGeom prst="roundRect">
              <a:avLst>
                <a:gd name="adj" fmla="val 10000"/>
              </a:avLst>
            </a:prstGeom>
            <a:solidFill>
              <a:srgbClr val="FF8100"/>
            </a:solidFill>
            <a:ln>
              <a:noFill/>
            </a:ln>
            <a:effectLst>
              <a:outerShdw dist="23000" sx="1000" sy="1000" rotWithShape="0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prstMaterial="metal"/>
          </p:spPr>
          <p:style>
            <a:lnRef idx="0">
              <a:scrgbClr r="0" g="0" b="0"/>
            </a:lnRef>
            <a:fillRef idx="1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</p:sp>
        <p:sp>
          <p:nvSpPr>
            <p:cNvPr id="257" name="TextBox 256"/>
            <p:cNvSpPr txBox="1"/>
            <p:nvPr/>
          </p:nvSpPr>
          <p:spPr>
            <a:xfrm>
              <a:off x="22285492" y="17295468"/>
              <a:ext cx="6457705" cy="1120304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76200" tIns="76200" rIns="76200" bIns="76200" anchor="ctr" anchorCtr="0">
              <a:noAutofit/>
            </a:bodyPr>
            <a:lstStyle/>
            <a:p>
              <a:pPr marL="0" lvl="0" indent="0" algn="ctr" defTabSz="8890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/>
              </a:pPr>
              <a:endParaRPr lang="ko-KR" altLang="en-US" sz="2000" b="1" kern="1200">
                <a:effectLst/>
              </a:endParaRPr>
            </a:p>
          </p:txBody>
        </p:sp>
        <p:sp>
          <p:nvSpPr>
            <p:cNvPr id="258" name="순서도: 병합 257"/>
            <p:cNvSpPr/>
            <p:nvPr/>
          </p:nvSpPr>
          <p:spPr>
            <a:xfrm>
              <a:off x="25289436" y="18535208"/>
              <a:ext cx="449814" cy="359998"/>
            </a:xfrm>
            <a:prstGeom prst="flowChartMerge">
              <a:avLst/>
            </a:prstGeom>
            <a:solidFill>
              <a:schemeClr val="tx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-182000" prstMaterial="metal"/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259" name="TextBox 258"/>
            <p:cNvSpPr txBox="1"/>
            <p:nvPr/>
          </p:nvSpPr>
          <p:spPr>
            <a:xfrm rot="16200000">
              <a:off x="25352344" y="18544300"/>
              <a:ext cx="215998" cy="341815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0" rIns="0" bIns="0" anchor="ctr" anchorCtr="0">
              <a:noAutofit/>
            </a:bodyPr>
            <a:lstStyle/>
            <a:p>
              <a:pPr marL="0" lvl="0" indent="0" algn="ctr" defTabSz="4000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/>
              </a:pPr>
              <a:endParaRPr lang="ko-KR" altLang="en-US" sz="900" kern="1200"/>
            </a:p>
          </p:txBody>
        </p:sp>
        <p:sp>
          <p:nvSpPr>
            <p:cNvPr id="260" name="사각형: 둥근 모서리 259"/>
            <p:cNvSpPr/>
            <p:nvPr/>
          </p:nvSpPr>
          <p:spPr>
            <a:xfrm>
              <a:off x="22250638" y="18979788"/>
              <a:ext cx="6527413" cy="1190012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prstMaterial="metal"/>
          </p:spPr>
          <p:style>
            <a:lnRef idx="0">
              <a:scrgbClr r="0" g="0" b="0"/>
            </a:lnRef>
            <a:fillRef idx="1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</p:sp>
        <p:sp>
          <p:nvSpPr>
            <p:cNvPr id="261" name="TextBox 260"/>
            <p:cNvSpPr txBox="1"/>
            <p:nvPr/>
          </p:nvSpPr>
          <p:spPr>
            <a:xfrm>
              <a:off x="22285492" y="19014644"/>
              <a:ext cx="6457705" cy="1120304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76200" tIns="76200" rIns="76200" bIns="76200" anchor="ctr" anchorCtr="0">
              <a:noAutofit/>
            </a:bodyPr>
            <a:lstStyle/>
            <a:p>
              <a:pPr marL="0" lvl="0" indent="0" algn="ctr" defTabSz="8890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/>
              </a:pPr>
              <a:endParaRPr lang="ko-KR" altLang="en-US" sz="2000" b="1" kern="1200">
                <a:effectLst/>
              </a:endParaRPr>
            </a:p>
          </p:txBody>
        </p:sp>
      </p:grpSp>
      <p:sp>
        <p:nvSpPr>
          <p:cNvPr id="86" name="직사각형 85"/>
          <p:cNvSpPr/>
          <p:nvPr/>
        </p:nvSpPr>
        <p:spPr>
          <a:xfrm>
            <a:off x="21828672" y="9357547"/>
            <a:ext cx="7295657" cy="383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ko-KR" sz="1892">
                <a:latin typeface="Nanum Gothic Regular"/>
              </a:rPr>
              <a:t>Fig. 3. Synthesis of</a:t>
            </a:r>
            <a:endParaRPr lang="ko-KR" altLang="en-US" sz="1892">
              <a:latin typeface="Nanum Gothic Regular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6842649" y="28679740"/>
            <a:ext cx="5699288" cy="383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ko-KR" sz="1892">
                <a:latin typeface="Nanum Gothic Regular"/>
              </a:rPr>
              <a:t>Fig. 5 Characterization of</a:t>
            </a:r>
            <a:endParaRPr lang="ko-KR" altLang="en-US" sz="1892">
              <a:latin typeface="Nanum Gothic Regular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12746234" y="28679740"/>
            <a:ext cx="5644052" cy="383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ko-KR" sz="1892">
                <a:latin typeface="Nanum Gothic Regular"/>
              </a:rPr>
              <a:t>Fig. 6 Morphology of</a:t>
            </a:r>
            <a:endParaRPr lang="ko-KR" altLang="en-US" sz="1892">
              <a:latin typeface="Nanum Gothic Regular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433233" y="30921908"/>
            <a:ext cx="9572201" cy="480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61126" latinLnBrk="0">
              <a:defRPr/>
            </a:pPr>
            <a:r>
              <a:rPr lang="en-US" altLang="ko-KR" sz="2523" kern="0">
                <a:solidFill>
                  <a:sysClr val="windowText" lastClr="000000"/>
                </a:solidFill>
                <a:latin typeface="Nanum Gothic Regular"/>
              </a:rPr>
              <a:t>Performances of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055644" y="34579584"/>
            <a:ext cx="10091287" cy="2160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Nanum Gothic Regular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19043060" y="31987296"/>
            <a:ext cx="10091287" cy="2160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Nanum Gothic Regular"/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19495972" y="34703768"/>
            <a:ext cx="9836509" cy="520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defRPr/>
            </a:pPr>
            <a:r>
              <a:rPr lang="ko-KR" altLang="en-US" sz="2102">
                <a:solidFill>
                  <a:prstClr val="black"/>
                </a:solidFill>
                <a:latin typeface="Nanum Gothic Regular"/>
              </a:rPr>
              <a:t> </a:t>
            </a:r>
            <a:r>
              <a:rPr lang="en-US" altLang="ko-KR" sz="2102">
                <a:solidFill>
                  <a:prstClr val="black"/>
                </a:solidFill>
                <a:latin typeface="Nanum Gothic Regular"/>
              </a:rPr>
              <a:t>Conclusion E</a:t>
            </a:r>
          </a:p>
        </p:txBody>
      </p:sp>
      <p:sp>
        <p:nvSpPr>
          <p:cNvPr id="109" name="직사각형 108"/>
          <p:cNvSpPr/>
          <p:nvPr/>
        </p:nvSpPr>
        <p:spPr>
          <a:xfrm>
            <a:off x="19539816" y="32099676"/>
            <a:ext cx="9836509" cy="520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defRPr/>
            </a:pPr>
            <a:r>
              <a:rPr lang="ko-KR" altLang="en-US" sz="2102">
                <a:solidFill>
                  <a:prstClr val="black"/>
                </a:solidFill>
                <a:latin typeface="Nanum Gothic Regular"/>
              </a:rPr>
              <a:t> </a:t>
            </a:r>
            <a:r>
              <a:rPr lang="en-US" altLang="ko-KR" sz="2102">
                <a:solidFill>
                  <a:prstClr val="black"/>
                </a:solidFill>
                <a:latin typeface="Nanum Gothic Regular"/>
              </a:rPr>
              <a:t>Conclusion 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9043060" y="29467016"/>
            <a:ext cx="10091287" cy="2160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Nanum Gothic Regular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19539816" y="29590152"/>
            <a:ext cx="9836509" cy="520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defRPr/>
            </a:pPr>
            <a:r>
              <a:rPr lang="ko-KR" altLang="en-US" sz="2102">
                <a:solidFill>
                  <a:prstClr val="black"/>
                </a:solidFill>
                <a:latin typeface="Nanum Gothic Regular"/>
              </a:rPr>
              <a:t> </a:t>
            </a:r>
            <a:r>
              <a:rPr lang="en-US" altLang="ko-KR" sz="2102">
                <a:solidFill>
                  <a:prstClr val="black"/>
                </a:solidFill>
                <a:latin typeface="Nanum Gothic Regular"/>
              </a:rPr>
              <a:t>Conclusion 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9055644" y="26946736"/>
            <a:ext cx="10091287" cy="2160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Nanum Gothic Regular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19539816" y="27075748"/>
            <a:ext cx="9836509" cy="520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defRPr/>
            </a:pPr>
            <a:r>
              <a:rPr lang="ko-KR" altLang="en-US" sz="2102">
                <a:solidFill>
                  <a:prstClr val="black"/>
                </a:solidFill>
                <a:latin typeface="Nanum Gothic Regular"/>
              </a:rPr>
              <a:t> </a:t>
            </a:r>
            <a:r>
              <a:rPr lang="en-US" altLang="ko-KR" sz="2102">
                <a:solidFill>
                  <a:prstClr val="black"/>
                </a:solidFill>
                <a:latin typeface="Nanum Gothic Regular"/>
              </a:rPr>
              <a:t>Conclusion B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055644" y="24396382"/>
            <a:ext cx="10090800" cy="2160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Nanum Gothic Regular"/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19527998" y="24526240"/>
            <a:ext cx="9629182" cy="5198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defRPr/>
            </a:pPr>
            <a:r>
              <a:rPr lang="ko-KR" altLang="en-US" sz="2102">
                <a:solidFill>
                  <a:prstClr val="black"/>
                </a:solidFill>
                <a:latin typeface="Nanum Gothic Regular"/>
              </a:rPr>
              <a:t> </a:t>
            </a:r>
            <a:r>
              <a:rPr lang="en-US" altLang="ko-KR" sz="2102">
                <a:solidFill>
                  <a:prstClr val="black"/>
                </a:solidFill>
                <a:latin typeface="Nanum Gothic Regular"/>
              </a:rPr>
              <a:t>Conclusion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5073" y="23667228"/>
            <a:ext cx="5081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800" b="1">
                <a:solidFill>
                  <a:srgbClr val="F2750D"/>
                </a:solidFill>
                <a:latin typeface="Nanum Gothic ExtraBold"/>
                <a:ea typeface="Nanum Gothic ExtraBold"/>
                <a:cs typeface="Nanum Gothic ExtraBold"/>
              </a:rPr>
              <a:t>1</a:t>
            </a:r>
            <a:endParaRPr lang="en-US" sz="4800" b="1">
              <a:solidFill>
                <a:srgbClr val="F2750D"/>
              </a:solidFill>
              <a:latin typeface="Nanum Gothic ExtraBold"/>
              <a:ea typeface="Nanum Gothic ExtraBold"/>
              <a:cs typeface="Nanum Gothic ExtraBold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31542" y="30652004"/>
            <a:ext cx="5081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800" b="1">
                <a:solidFill>
                  <a:srgbClr val="F2750D"/>
                </a:solidFill>
                <a:latin typeface="Nanum Gothic ExtraBold"/>
                <a:ea typeface="Nanum Gothic ExtraBold"/>
                <a:cs typeface="Nanum Gothic ExtraBold"/>
              </a:rPr>
              <a:t>2</a:t>
            </a:r>
            <a:endParaRPr lang="en-US" sz="4800" b="1">
              <a:solidFill>
                <a:srgbClr val="F2750D"/>
              </a:solidFill>
              <a:latin typeface="Nanum Gothic ExtraBold"/>
              <a:ea typeface="Nanum Gothic ExtraBold"/>
              <a:cs typeface="Nanum Gothic ExtraBold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9187156" y="24399538"/>
            <a:ext cx="5081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800" b="1">
                <a:solidFill>
                  <a:srgbClr val="FFCB09"/>
                </a:solidFill>
                <a:latin typeface="Nanum Gothic ExtraBold"/>
                <a:ea typeface="Nanum Gothic ExtraBold"/>
                <a:cs typeface="Nanum Gothic ExtraBold"/>
              </a:rPr>
              <a:t>1</a:t>
            </a:r>
            <a:endParaRPr lang="en-US" sz="4800" b="1">
              <a:solidFill>
                <a:srgbClr val="FFCB09"/>
              </a:solidFill>
              <a:latin typeface="Nanum Gothic ExtraBold"/>
              <a:ea typeface="Nanum Gothic ExtraBold"/>
              <a:cs typeface="Nanum Gothic ExtraBold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9174200" y="26917100"/>
            <a:ext cx="5081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800" b="1">
                <a:solidFill>
                  <a:srgbClr val="FFCB09"/>
                </a:solidFill>
                <a:latin typeface="Nanum Gothic ExtraBold"/>
                <a:ea typeface="Nanum Gothic ExtraBold"/>
                <a:cs typeface="Nanum Gothic ExtraBold"/>
              </a:rPr>
              <a:t>2</a:t>
            </a:r>
            <a:endParaRPr lang="en-US" sz="4800" b="1">
              <a:solidFill>
                <a:srgbClr val="FFCB09"/>
              </a:solidFill>
              <a:latin typeface="Nanum Gothic ExtraBold"/>
              <a:ea typeface="Nanum Gothic ExtraBold"/>
              <a:cs typeface="Nanum Gothic ExtraBold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9187156" y="29427868"/>
            <a:ext cx="5081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800" b="1">
                <a:solidFill>
                  <a:srgbClr val="FFCB09"/>
                </a:solidFill>
                <a:latin typeface="Nanum Gothic ExtraBold"/>
                <a:ea typeface="Nanum Gothic ExtraBold"/>
                <a:cs typeface="Nanum Gothic ExtraBold"/>
              </a:rPr>
              <a:t>3</a:t>
            </a:r>
            <a:endParaRPr lang="en-US" sz="4800" b="1">
              <a:solidFill>
                <a:srgbClr val="FFCB09"/>
              </a:solidFill>
              <a:latin typeface="Nanum Gothic ExtraBold"/>
              <a:ea typeface="Nanum Gothic ExtraBold"/>
              <a:cs typeface="Nanum Gothic ExtraBold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9173780" y="31993174"/>
            <a:ext cx="5081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800" b="1">
                <a:solidFill>
                  <a:srgbClr val="FFCB09"/>
                </a:solidFill>
                <a:latin typeface="Nanum Gothic ExtraBold"/>
                <a:ea typeface="Nanum Gothic ExtraBold"/>
                <a:cs typeface="Nanum Gothic ExtraBold"/>
              </a:rPr>
              <a:t>4</a:t>
            </a:r>
            <a:endParaRPr lang="en-US" sz="4800" b="1">
              <a:solidFill>
                <a:srgbClr val="FFCB09"/>
              </a:solidFill>
              <a:latin typeface="Nanum Gothic ExtraBold"/>
              <a:ea typeface="Nanum Gothic ExtraBold"/>
              <a:cs typeface="Nanum Gothic ExtraBold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9173360" y="34576324"/>
            <a:ext cx="5081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800" b="1">
                <a:solidFill>
                  <a:srgbClr val="FFCB09"/>
                </a:solidFill>
                <a:latin typeface="Nanum Gothic ExtraBold"/>
                <a:ea typeface="Nanum Gothic ExtraBold"/>
                <a:cs typeface="Nanum Gothic ExtraBold"/>
              </a:rPr>
              <a:t>5</a:t>
            </a:r>
            <a:endParaRPr lang="en-US" sz="4800" b="1">
              <a:solidFill>
                <a:srgbClr val="FFCB09"/>
              </a:solidFill>
              <a:latin typeface="Nanum Gothic ExtraBold"/>
              <a:ea typeface="Nanum Gothic ExtraBold"/>
              <a:cs typeface="Nanum Gothic Extra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PresentationFormat>사용자 지정</PresentationFormat>
  <Paragraphs>33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Nanum Gothic</vt:lpstr>
      <vt:lpstr>Nanum Gothic ExtraBold</vt:lpstr>
      <vt:lpstr>Nanum Gothic Regular</vt:lpstr>
      <vt:lpstr>맑은 고딕</vt:lpstr>
      <vt:lpstr>Arial</vt:lpstr>
      <vt:lpstr>Office 테마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244</cp:revision>
  <dcterms:created xsi:type="dcterms:W3CDTF">2009-11-02T01:41:52Z</dcterms:created>
  <dcterms:modified xsi:type="dcterms:W3CDTF">2026-04-30T02:15:31Z</dcterms:modified>
  <cp:version/>
</cp:coreProperties>
</file>