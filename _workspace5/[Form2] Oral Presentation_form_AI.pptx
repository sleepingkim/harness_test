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9"/>
  </p:notesMasterIdLst>
  <p:sldIdLst>
    <p:sldId id="258" r:id="rId2"/>
    <p:sldId id="266" r:id="rId3"/>
    <p:sldId id="267" r:id="rId4"/>
    <p:sldId id="269" r:id="rId5"/>
    <p:sldId id="268" r:id="rId6"/>
    <p:sldId id="270" r:id="rId7"/>
    <p:sldId id="27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3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" userId="54ec1dc4-4ee5-4df0-a74d-fb7f47557e1b" providerId="ADAL" clId="{A703FED9-6087-4608-80D3-70F869098EEF}"/>
    <pc:docChg chg="undo custSel addSld modSld sldOrd">
      <pc:chgData name="S" userId="54ec1dc4-4ee5-4df0-a74d-fb7f47557e1b" providerId="ADAL" clId="{A703FED9-6087-4608-80D3-70F869098EEF}" dt="2026-05-11T12:50:58.546" v="990" actId="20577"/>
      <pc:docMkLst>
        <pc:docMk/>
      </pc:docMkLst>
      <pc:sldChg chg="modSp mod">
        <pc:chgData name="S" userId="54ec1dc4-4ee5-4df0-a74d-fb7f47557e1b" providerId="ADAL" clId="{A703FED9-6087-4608-80D3-70F869098EEF}" dt="2026-05-11T12:35:08.180" v="282" actId="20577"/>
        <pc:sldMkLst>
          <pc:docMk/>
          <pc:sldMk cId="0" sldId="258"/>
        </pc:sldMkLst>
        <pc:spChg chg="mod">
          <ac:chgData name="S" userId="54ec1dc4-4ee5-4df0-a74d-fb7f47557e1b" providerId="ADAL" clId="{A703FED9-6087-4608-80D3-70F869098EEF}" dt="2026-05-11T12:35:08.180" v="282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S" userId="54ec1dc4-4ee5-4df0-a74d-fb7f47557e1b" providerId="ADAL" clId="{A703FED9-6087-4608-80D3-70F869098EEF}" dt="2026-05-11T05:51:32.614" v="13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S" userId="54ec1dc4-4ee5-4df0-a74d-fb7f47557e1b" providerId="ADAL" clId="{A703FED9-6087-4608-80D3-70F869098EEF}" dt="2026-05-11T05:51:41.561" v="27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" userId="54ec1dc4-4ee5-4df0-a74d-fb7f47557e1b" providerId="ADAL" clId="{A703FED9-6087-4608-80D3-70F869098EEF}" dt="2026-05-11T12:33:17.185" v="137" actId="113"/>
          <ac:spMkLst>
            <pc:docMk/>
            <pc:sldMk cId="0" sldId="258"/>
            <ac:spMk id="13" creationId="{00000000-0000-0000-0000-000000000000}"/>
          </ac:spMkLst>
        </pc:spChg>
      </pc:sldChg>
      <pc:sldChg chg="addSp delSp modSp mod">
        <pc:chgData name="S" userId="54ec1dc4-4ee5-4df0-a74d-fb7f47557e1b" providerId="ADAL" clId="{A703FED9-6087-4608-80D3-70F869098EEF}" dt="2026-05-11T12:43:10.903" v="651"/>
        <pc:sldMkLst>
          <pc:docMk/>
          <pc:sldMk cId="0" sldId="266"/>
        </pc:sldMkLst>
        <pc:spChg chg="add mod">
          <ac:chgData name="S" userId="54ec1dc4-4ee5-4df0-a74d-fb7f47557e1b" providerId="ADAL" clId="{A703FED9-6087-4608-80D3-70F869098EEF}" dt="2026-05-11T12:36:22.966" v="421" actId="20577"/>
          <ac:spMkLst>
            <pc:docMk/>
            <pc:sldMk cId="0" sldId="266"/>
            <ac:spMk id="4" creationId="{BF023C1F-FFE1-4483-8EF6-623851EFFF82}"/>
          </ac:spMkLst>
        </pc:spChg>
        <pc:spChg chg="mod">
          <ac:chgData name="S" userId="54ec1dc4-4ee5-4df0-a74d-fb7f47557e1b" providerId="ADAL" clId="{A703FED9-6087-4608-80D3-70F869098EEF}" dt="2026-05-11T12:35:35.798" v="333" actId="20577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7" creationId="{DFEB5F82-1CE8-4CF4-A956-BE1FAC37A99F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8" creationId="{B5D39453-7FB4-400E-BE7E-E3A91AB5F024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9" creationId="{1E9DA282-0BAA-4442-8126-44E72F8BDE33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0" creationId="{70218013-52BA-47C9-B36B-F961037C9FEB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1" creationId="{C50641A9-31D3-4ABC-9708-F1236690B165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2" creationId="{BE603181-4538-4CD1-9EC6-C506859034BD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3" creationId="{DCA2A97E-A490-4077-AE56-6FC37A0C3D5C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4" creationId="{A178BADC-4ED5-4F96-A60E-29CFE8069807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5" creationId="{3F1729CE-9C11-4FF3-8338-58EBE3892FD8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6" creationId="{A00DEE22-57BC-4DB3-8DE3-1C5D4CA136F4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7" creationId="{BFC9597A-D599-4425-96E7-6A18E19F60CC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8" creationId="{42DF17B2-2052-43B5-A76C-1B16E2A92AFC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19" creationId="{7F6FFE9B-970A-493B-A46F-0DBA2A78E85C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0" creationId="{B88D3EC6-21FC-4451-8284-811A27A53B20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1" creationId="{5396DC16-8F40-4127-9AEA-92C92DD3E725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2" creationId="{4F16DEA5-770D-487D-8552-E36485B9898C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3" creationId="{CECF81EB-9D77-4D10-90EC-A6204236B675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4" creationId="{B8FF4178-FE52-430B-A681-9E49B5F89D7F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5" creationId="{09D9EF9F-1D3A-42C8-A398-819030ACF85C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6" creationId="{F0B45C8D-4956-4BD5-89EB-20BB03F6DE9A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7" creationId="{42446096-897B-4FF5-B475-D8E222EC3649}"/>
          </ac:spMkLst>
        </pc:spChg>
        <pc:spChg chg="add mod">
          <ac:chgData name="S" userId="54ec1dc4-4ee5-4df0-a74d-fb7f47557e1b" providerId="ADAL" clId="{A703FED9-6087-4608-80D3-70F869098EEF}" dt="2026-05-11T12:36:32.851" v="423" actId="1076"/>
          <ac:spMkLst>
            <pc:docMk/>
            <pc:sldMk cId="0" sldId="266"/>
            <ac:spMk id="28" creationId="{B374E3B4-B2D3-491D-95CA-5C4BCFA3D55E}"/>
          </ac:spMkLst>
        </pc:spChg>
        <pc:spChg chg="add mod">
          <ac:chgData name="S" userId="54ec1dc4-4ee5-4df0-a74d-fb7f47557e1b" providerId="ADAL" clId="{A703FED9-6087-4608-80D3-70F869098EEF}" dt="2026-05-11T12:39:19.716" v="544" actId="12789"/>
          <ac:spMkLst>
            <pc:docMk/>
            <pc:sldMk cId="0" sldId="266"/>
            <ac:spMk id="29" creationId="{3DA44E3A-1C83-4DB6-9E75-F09AED7EB11A}"/>
          </ac:spMkLst>
        </pc:spChg>
        <pc:spChg chg="add mod">
          <ac:chgData name="S" userId="54ec1dc4-4ee5-4df0-a74d-fb7f47557e1b" providerId="ADAL" clId="{A703FED9-6087-4608-80D3-70F869098EEF}" dt="2026-05-11T12:39:19.716" v="544" actId="12789"/>
          <ac:spMkLst>
            <pc:docMk/>
            <pc:sldMk cId="0" sldId="266"/>
            <ac:spMk id="30" creationId="{FA3585BF-D102-4C85-B437-13B2E8349539}"/>
          </ac:spMkLst>
        </pc:spChg>
        <pc:spChg chg="add mod">
          <ac:chgData name="S" userId="54ec1dc4-4ee5-4df0-a74d-fb7f47557e1b" providerId="ADAL" clId="{A703FED9-6087-4608-80D3-70F869098EEF}" dt="2026-05-11T12:39:19.716" v="544" actId="12789"/>
          <ac:spMkLst>
            <pc:docMk/>
            <pc:sldMk cId="0" sldId="266"/>
            <ac:spMk id="31" creationId="{2F8B0D37-55F8-43AC-8852-AC0A35F8571D}"/>
          </ac:spMkLst>
        </pc:spChg>
        <pc:spChg chg="add del mod">
          <ac:chgData name="S" userId="54ec1dc4-4ee5-4df0-a74d-fb7f47557e1b" providerId="ADAL" clId="{A703FED9-6087-4608-80D3-70F869098EEF}" dt="2026-05-11T12:43:10.903" v="651"/>
          <ac:spMkLst>
            <pc:docMk/>
            <pc:sldMk cId="0" sldId="266"/>
            <ac:spMk id="32" creationId="{3505C3A1-72A0-4F8D-9DF4-8A91DB0E5165}"/>
          </ac:spMkLst>
        </pc:spChg>
      </pc:sldChg>
      <pc:sldChg chg="addSp delSp modSp add mod">
        <pc:chgData name="S" userId="54ec1dc4-4ee5-4df0-a74d-fb7f47557e1b" providerId="ADAL" clId="{A703FED9-6087-4608-80D3-70F869098EEF}" dt="2026-05-11T12:38:48.800" v="539" actId="122"/>
        <pc:sldMkLst>
          <pc:docMk/>
          <pc:sldMk cId="403002154" sldId="267"/>
        </pc:sldMkLst>
        <pc:spChg chg="mod">
          <ac:chgData name="S" userId="54ec1dc4-4ee5-4df0-a74d-fb7f47557e1b" providerId="ADAL" clId="{A703FED9-6087-4608-80D3-70F869098EEF}" dt="2026-05-11T12:37:43.706" v="533" actId="20577"/>
          <ac:spMkLst>
            <pc:docMk/>
            <pc:sldMk cId="403002154" sldId="267"/>
            <ac:spMk id="4" creationId="{BF023C1F-FFE1-4483-8EF6-623851EFFF82}"/>
          </ac:spMkLst>
        </pc:spChg>
        <pc:spChg chg="mod">
          <ac:chgData name="S" userId="54ec1dc4-4ee5-4df0-a74d-fb7f47557e1b" providerId="ADAL" clId="{A703FED9-6087-4608-80D3-70F869098EEF}" dt="2026-05-11T12:37:25.899" v="475" actId="20577"/>
          <ac:spMkLst>
            <pc:docMk/>
            <pc:sldMk cId="403002154" sldId="267"/>
            <ac:spMk id="6" creationId="{00000000-0000-0000-0000-000000000000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7" creationId="{DFEB5F82-1CE8-4CF4-A956-BE1FAC37A99F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8" creationId="{B5D39453-7FB4-400E-BE7E-E3A91AB5F024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9" creationId="{1E9DA282-0BAA-4442-8126-44E72F8BDE33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0" creationId="{70218013-52BA-47C9-B36B-F961037C9FEB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1" creationId="{C50641A9-31D3-4ABC-9708-F1236690B165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2" creationId="{BE603181-4538-4CD1-9EC6-C506859034BD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3" creationId="{DCA2A97E-A490-4077-AE56-6FC37A0C3D5C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4" creationId="{A178BADC-4ED5-4F96-A60E-29CFE8069807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5" creationId="{3F1729CE-9C11-4FF3-8338-58EBE3892FD8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6" creationId="{A00DEE22-57BC-4DB3-8DE3-1C5D4CA136F4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7" creationId="{BFC9597A-D599-4425-96E7-6A18E19F60CC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8" creationId="{42DF17B2-2052-43B5-A76C-1B16E2A92AFC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19" creationId="{7F6FFE9B-970A-493B-A46F-0DBA2A78E85C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0" creationId="{B88D3EC6-21FC-4451-8284-811A27A53B20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1" creationId="{5396DC16-8F40-4127-9AEA-92C92DD3E725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2" creationId="{4F16DEA5-770D-487D-8552-E36485B9898C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3" creationId="{CECF81EB-9D77-4D10-90EC-A6204236B675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4" creationId="{B8FF4178-FE52-430B-A681-9E49B5F89D7F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5" creationId="{09D9EF9F-1D3A-42C8-A398-819030ACF85C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6" creationId="{F0B45C8D-4956-4BD5-89EB-20BB03F6DE9A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7" creationId="{42446096-897B-4FF5-B475-D8E222EC3649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8" creationId="{B374E3B4-B2D3-491D-95CA-5C4BCFA3D55E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29" creationId="{3DA44E3A-1C83-4DB6-9E75-F09AED7EB11A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30" creationId="{FA3585BF-D102-4C85-B437-13B2E8349539}"/>
          </ac:spMkLst>
        </pc:spChg>
        <pc:spChg chg="del">
          <ac:chgData name="S" userId="54ec1dc4-4ee5-4df0-a74d-fb7f47557e1b" providerId="ADAL" clId="{A703FED9-6087-4608-80D3-70F869098EEF}" dt="2026-05-11T12:37:54.770" v="534" actId="478"/>
          <ac:spMkLst>
            <pc:docMk/>
            <pc:sldMk cId="403002154" sldId="267"/>
            <ac:spMk id="31" creationId="{2F8B0D37-55F8-43AC-8852-AC0A35F8571D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2" creationId="{8B6275BB-05C1-4A85-851B-5CCE4814A351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3" creationId="{E961517F-84DB-4118-A50E-A925AF1743C1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4" creationId="{82874C06-8B9D-42BB-8973-53B25A2D8F36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5" creationId="{E8383E0A-48EA-438F-B6FE-2275527F0DF5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6" creationId="{C3F9BD0B-88FF-49BF-88C9-B5C124834BD2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7" creationId="{6B877F31-1924-4C1A-9454-5B96DCB878CC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8" creationId="{CED3645B-D8B7-474D-8C87-E80816B7262E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39" creationId="{129A530E-D604-4FA3-8CBA-DDBB93FDAC77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0" creationId="{74ED6140-7E4C-454C-982E-2041D9907AF5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1" creationId="{9346C806-DC26-4DD5-9DBC-8C7A3AFC42F4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2" creationId="{A0520930-D8F2-4B51-AE6F-E21628745DF2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3" creationId="{E3298F09-EEE7-4135-8169-32D1042817E6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4" creationId="{A9496549-FBF7-4EC6-8BA4-AABC538FF076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5" creationId="{448584E0-1C6B-4CD7-9866-BDA458797B17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6" creationId="{D67D5337-D4A8-415B-95CD-83698D2D6C37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7" creationId="{D991766F-41FD-4ED6-A32F-05B57BF5AAC4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8" creationId="{0C0EE85E-117B-458C-82A3-190552EBD80B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49" creationId="{1A8B54C8-3846-4CBB-9781-6F60A0E2E719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0" creationId="{8F815FF5-A5B4-4911-BF05-3AB519758241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1" creationId="{ED66FE49-FEA2-470C-BEEE-5E921770D498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2" creationId="{3813D7A4-877F-4DFA-880A-397EA49FA1D0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3" creationId="{67BA1DF3-E3D5-4BDD-BF76-A67B2232A445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4" creationId="{BBD168CE-62C3-4BB5-88B8-70E262132124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5" creationId="{151A076C-39BC-4D9C-9B64-3D3D20EE5AF5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6" creationId="{E30972BA-D0D0-479E-8172-2CDD485BF747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7" creationId="{B5106B7D-27BE-4999-8FBC-5C3A8884C141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8" creationId="{BC6A88F6-8071-4AC0-A64C-B61060E48E7E}"/>
          </ac:spMkLst>
        </pc:spChg>
        <pc:spChg chg="add mod">
          <ac:chgData name="S" userId="54ec1dc4-4ee5-4df0-a74d-fb7f47557e1b" providerId="ADAL" clId="{A703FED9-6087-4608-80D3-70F869098EEF}" dt="2026-05-11T12:38:48.800" v="539" actId="122"/>
          <ac:spMkLst>
            <pc:docMk/>
            <pc:sldMk cId="403002154" sldId="267"/>
            <ac:spMk id="59" creationId="{3A8F2162-68AB-42AC-A396-F45FE72F252D}"/>
          </ac:spMkLst>
        </pc:spChg>
        <pc:spChg chg="add mod">
          <ac:chgData name="S" userId="54ec1dc4-4ee5-4df0-a74d-fb7f47557e1b" providerId="ADAL" clId="{A703FED9-6087-4608-80D3-70F869098EEF}" dt="2026-05-11T12:38:27.691" v="538" actId="14100"/>
          <ac:spMkLst>
            <pc:docMk/>
            <pc:sldMk cId="403002154" sldId="267"/>
            <ac:spMk id="60" creationId="{F8A74895-6AC0-44C6-BE2B-53CBD17859C0}"/>
          </ac:spMkLst>
        </pc:spChg>
        <pc:spChg chg="add mod">
          <ac:chgData name="S" userId="54ec1dc4-4ee5-4df0-a74d-fb7f47557e1b" providerId="ADAL" clId="{A703FED9-6087-4608-80D3-70F869098EEF}" dt="2026-05-11T12:38:24.410" v="537" actId="14100"/>
          <ac:spMkLst>
            <pc:docMk/>
            <pc:sldMk cId="403002154" sldId="267"/>
            <ac:spMk id="61" creationId="{4F0810BD-34A6-4142-B50C-89CE13A3EC2E}"/>
          </ac:spMkLst>
        </pc:spChg>
        <pc:spChg chg="add mod">
          <ac:chgData name="S" userId="54ec1dc4-4ee5-4df0-a74d-fb7f47557e1b" providerId="ADAL" clId="{A703FED9-6087-4608-80D3-70F869098EEF}" dt="2026-05-11T12:38:06.506" v="536" actId="1076"/>
          <ac:spMkLst>
            <pc:docMk/>
            <pc:sldMk cId="403002154" sldId="267"/>
            <ac:spMk id="62" creationId="{80EF91E1-88AA-43AF-A662-450B50CBB72D}"/>
          </ac:spMkLst>
        </pc:spChg>
        <pc:spChg chg="add mod">
          <ac:chgData name="S" userId="54ec1dc4-4ee5-4df0-a74d-fb7f47557e1b" providerId="ADAL" clId="{A703FED9-6087-4608-80D3-70F869098EEF}" dt="2026-05-11T12:38:06.506" v="536" actId="1076"/>
          <ac:spMkLst>
            <pc:docMk/>
            <pc:sldMk cId="403002154" sldId="267"/>
            <ac:spMk id="63" creationId="{3F2DCED3-1528-41BA-879F-E6FE86600514}"/>
          </ac:spMkLst>
        </pc:spChg>
      </pc:sldChg>
      <pc:sldChg chg="addSp delSp modSp add mod">
        <pc:chgData name="S" userId="54ec1dc4-4ee5-4df0-a74d-fb7f47557e1b" providerId="ADAL" clId="{A703FED9-6087-4608-80D3-70F869098EEF}" dt="2026-05-11T12:47:57.180" v="871" actId="20577"/>
        <pc:sldMkLst>
          <pc:docMk/>
          <pc:sldMk cId="1631219161" sldId="268"/>
        </pc:sldMkLst>
        <pc:spChg chg="mod">
          <ac:chgData name="S" userId="54ec1dc4-4ee5-4df0-a74d-fb7f47557e1b" providerId="ADAL" clId="{A703FED9-6087-4608-80D3-70F869098EEF}" dt="2026-05-11T12:47:57.180" v="871" actId="20577"/>
          <ac:spMkLst>
            <pc:docMk/>
            <pc:sldMk cId="1631219161" sldId="268"/>
            <ac:spMk id="4" creationId="{BF023C1F-FFE1-4483-8EF6-623851EFFF82}"/>
          </ac:spMkLst>
        </pc:spChg>
        <pc:spChg chg="mod">
          <ac:chgData name="S" userId="54ec1dc4-4ee5-4df0-a74d-fb7f47557e1b" providerId="ADAL" clId="{A703FED9-6087-4608-80D3-70F869098EEF}" dt="2026-05-11T12:47:17.299" v="793" actId="20577"/>
          <ac:spMkLst>
            <pc:docMk/>
            <pc:sldMk cId="1631219161" sldId="268"/>
            <ac:spMk id="6" creationId="{00000000-0000-0000-0000-000000000000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2" creationId="{8B6275BB-05C1-4A85-851B-5CCE4814A351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3" creationId="{E961517F-84DB-4118-A50E-A925AF1743C1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4" creationId="{82874C06-8B9D-42BB-8973-53B25A2D8F36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5" creationId="{E8383E0A-48EA-438F-B6FE-2275527F0DF5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6" creationId="{C3F9BD0B-88FF-49BF-88C9-B5C124834BD2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7" creationId="{6B877F31-1924-4C1A-9454-5B96DCB878CC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8" creationId="{CED3645B-D8B7-474D-8C87-E80816B7262E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39" creationId="{129A530E-D604-4FA3-8CBA-DDBB93FDAC77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0" creationId="{74ED6140-7E4C-454C-982E-2041D9907AF5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1" creationId="{9346C806-DC26-4DD5-9DBC-8C7A3AFC42F4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2" creationId="{A0520930-D8F2-4B51-AE6F-E21628745DF2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3" creationId="{E3298F09-EEE7-4135-8169-32D1042817E6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4" creationId="{A9496549-FBF7-4EC6-8BA4-AABC538FF076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5" creationId="{448584E0-1C6B-4CD7-9866-BDA458797B17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6" creationId="{D67D5337-D4A8-415B-95CD-83698D2D6C37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7" creationId="{D991766F-41FD-4ED6-A32F-05B57BF5AAC4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8" creationId="{0C0EE85E-117B-458C-82A3-190552EBD80B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49" creationId="{1A8B54C8-3846-4CBB-9781-6F60A0E2E719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0" creationId="{8F815FF5-A5B4-4911-BF05-3AB519758241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1" creationId="{ED66FE49-FEA2-470C-BEEE-5E921770D498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2" creationId="{3813D7A4-877F-4DFA-880A-397EA49FA1D0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3" creationId="{67BA1DF3-E3D5-4BDD-BF76-A67B2232A445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4" creationId="{BBD168CE-62C3-4BB5-88B8-70E262132124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5" creationId="{151A076C-39BC-4D9C-9B64-3D3D20EE5AF5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6" creationId="{E30972BA-D0D0-479E-8172-2CDD485BF747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7" creationId="{B5106B7D-27BE-4999-8FBC-5C3A8884C141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8" creationId="{BC6A88F6-8071-4AC0-A64C-B61060E48E7E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59" creationId="{3A8F2162-68AB-42AC-A396-F45FE72F252D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60" creationId="{F8A74895-6AC0-44C6-BE2B-53CBD17859C0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61" creationId="{4F0810BD-34A6-4142-B50C-89CE13A3EC2E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62" creationId="{80EF91E1-88AA-43AF-A662-450B50CBB72D}"/>
          </ac:spMkLst>
        </pc:spChg>
        <pc:spChg chg="del">
          <ac:chgData name="S" userId="54ec1dc4-4ee5-4df0-a74d-fb7f47557e1b" providerId="ADAL" clId="{A703FED9-6087-4608-80D3-70F869098EEF}" dt="2026-05-11T12:39:38.081" v="548" actId="478"/>
          <ac:spMkLst>
            <pc:docMk/>
            <pc:sldMk cId="1631219161" sldId="268"/>
            <ac:spMk id="63" creationId="{3F2DCED3-1528-41BA-879F-E6FE86600514}"/>
          </ac:spMkLst>
        </pc:spChg>
        <pc:spChg chg="add mod">
          <ac:chgData name="S" userId="54ec1dc4-4ee5-4df0-a74d-fb7f47557e1b" providerId="ADAL" clId="{A703FED9-6087-4608-80D3-70F869098EEF}" dt="2026-05-11T12:40:19.006" v="555" actId="164"/>
          <ac:spMkLst>
            <pc:docMk/>
            <pc:sldMk cId="1631219161" sldId="268"/>
            <ac:spMk id="64" creationId="{BF438989-3C55-4B85-8DFF-3532B9D9E72B}"/>
          </ac:spMkLst>
        </pc:spChg>
        <pc:spChg chg="add mod">
          <ac:chgData name="S" userId="54ec1dc4-4ee5-4df0-a74d-fb7f47557e1b" providerId="ADAL" clId="{A703FED9-6087-4608-80D3-70F869098EEF}" dt="2026-05-11T12:40:19.006" v="555" actId="164"/>
          <ac:spMkLst>
            <pc:docMk/>
            <pc:sldMk cId="1631219161" sldId="268"/>
            <ac:spMk id="65" creationId="{9C845A4F-FE6D-4D17-95A9-5BE9E1DD8C2A}"/>
          </ac:spMkLst>
        </pc:spChg>
        <pc:spChg chg="add mod">
          <ac:chgData name="S" userId="54ec1dc4-4ee5-4df0-a74d-fb7f47557e1b" providerId="ADAL" clId="{A703FED9-6087-4608-80D3-70F869098EEF}" dt="2026-05-11T12:40:23.313" v="556" actId="164"/>
          <ac:spMkLst>
            <pc:docMk/>
            <pc:sldMk cId="1631219161" sldId="268"/>
            <ac:spMk id="66" creationId="{E1494EA1-1767-4E08-9F43-C17576960160}"/>
          </ac:spMkLst>
        </pc:spChg>
        <pc:spChg chg="add mod">
          <ac:chgData name="S" userId="54ec1dc4-4ee5-4df0-a74d-fb7f47557e1b" providerId="ADAL" clId="{A703FED9-6087-4608-80D3-70F869098EEF}" dt="2026-05-11T12:40:23.313" v="556" actId="164"/>
          <ac:spMkLst>
            <pc:docMk/>
            <pc:sldMk cId="1631219161" sldId="268"/>
            <ac:spMk id="67" creationId="{7D2FA3CC-5FD4-428E-A9E4-A7B5F3D085A9}"/>
          </ac:spMkLst>
        </pc:spChg>
        <pc:spChg chg="add mod">
          <ac:chgData name="S" userId="54ec1dc4-4ee5-4df0-a74d-fb7f47557e1b" providerId="ADAL" clId="{A703FED9-6087-4608-80D3-70F869098EEF}" dt="2026-05-11T12:40:33.503" v="559" actId="164"/>
          <ac:spMkLst>
            <pc:docMk/>
            <pc:sldMk cId="1631219161" sldId="268"/>
            <ac:spMk id="68" creationId="{F6702431-88B3-49A1-99F8-E806DC034722}"/>
          </ac:spMkLst>
        </pc:spChg>
        <pc:spChg chg="add mod">
          <ac:chgData name="S" userId="54ec1dc4-4ee5-4df0-a74d-fb7f47557e1b" providerId="ADAL" clId="{A703FED9-6087-4608-80D3-70F869098EEF}" dt="2026-05-11T12:40:33.503" v="559" actId="164"/>
          <ac:spMkLst>
            <pc:docMk/>
            <pc:sldMk cId="1631219161" sldId="268"/>
            <ac:spMk id="69" creationId="{F9A9602A-D8E7-4825-94FB-228AD591E726}"/>
          </ac:spMkLst>
        </pc:spChg>
        <pc:spChg chg="add mod">
          <ac:chgData name="S" userId="54ec1dc4-4ee5-4df0-a74d-fb7f47557e1b" providerId="ADAL" clId="{A703FED9-6087-4608-80D3-70F869098EEF}" dt="2026-05-11T12:40:37.296" v="560" actId="164"/>
          <ac:spMkLst>
            <pc:docMk/>
            <pc:sldMk cId="1631219161" sldId="268"/>
            <ac:spMk id="70" creationId="{2D7C071B-9C25-435A-9F6A-67FBC78186F1}"/>
          </ac:spMkLst>
        </pc:spChg>
        <pc:spChg chg="add mod">
          <ac:chgData name="S" userId="54ec1dc4-4ee5-4df0-a74d-fb7f47557e1b" providerId="ADAL" clId="{A703FED9-6087-4608-80D3-70F869098EEF}" dt="2026-05-11T12:40:37.296" v="560" actId="164"/>
          <ac:spMkLst>
            <pc:docMk/>
            <pc:sldMk cId="1631219161" sldId="268"/>
            <ac:spMk id="71" creationId="{B1635C0C-3046-4581-86ED-2F96D513F280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2" creationId="{5D9CE8D0-5167-49AC-898C-D8C7899F77DE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3" creationId="{C0439352-36A9-486D-BF9D-4E779673BAE6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4" creationId="{485C7D4B-7349-4C0C-9958-702236BD7483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5" creationId="{BC6EA567-49DF-4980-8752-D544A9DF5B0F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6" creationId="{102B1DCA-93B6-4126-96CB-C724759692E4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7" creationId="{EE1519E7-2DF8-41BF-B521-F872C6F3A880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8" creationId="{7B99C46F-E988-4E26-917D-9012C0D74A53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79" creationId="{1D1DD0DD-3DE5-4003-BB8D-67A4FB7410FC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0" creationId="{31746E39-EC44-4C9E-BA94-F5A5E35785B7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1" creationId="{EC90F482-F1B1-4BBF-B7E2-D78C106EB399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2" creationId="{D209373A-A61B-4EB1-9A65-BB9FC354520A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3" creationId="{D77B4FE7-3336-47B2-85E4-B13E7FB6641F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4" creationId="{58862F6C-377E-4F46-85F0-520A1BD5942C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5" creationId="{32BB9B8B-F455-43ED-B8FD-7A67BB01E661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6" creationId="{98D92980-DAE5-44AF-8A8F-7DB99B53DE56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7" creationId="{84762EF0-B42D-4A52-9C6A-895233F46449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8" creationId="{5091C53E-6589-435A-A263-D9C102EAF147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89" creationId="{627F2331-1BDD-406A-BF1E-1652DA41740A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0" creationId="{03826DEA-6360-4861-96F7-A921F3ABFD5E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1" creationId="{0247B80F-58EC-4B72-B994-DB0137469B0F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2" creationId="{0D03A27E-EE26-4660-9180-597DAAAC789D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3" creationId="{DD9E2CB2-6446-4DB1-AAF6-7BAC4E54AE11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4" creationId="{1D509CFE-2F5D-4CB1-93A6-8B300A1134DC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5" creationId="{A0662E0C-E91D-4D20-BD17-CC75ADE3E204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6" creationId="{00A68485-5C73-4065-BFE6-2979690BC9EB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7" creationId="{6F55C145-0504-4679-89E7-156299CFE79F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8" creationId="{99DB3F9B-9E48-4C94-9DD4-847DD4803FEE}"/>
          </ac:spMkLst>
        </pc:spChg>
        <pc:spChg chg="add del mod">
          <ac:chgData name="S" userId="54ec1dc4-4ee5-4df0-a74d-fb7f47557e1b" providerId="ADAL" clId="{A703FED9-6087-4608-80D3-70F869098EEF}" dt="2026-05-11T12:43:44.671" v="656" actId="478"/>
          <ac:spMkLst>
            <pc:docMk/>
            <pc:sldMk cId="1631219161" sldId="268"/>
            <ac:spMk id="99" creationId="{A07A62BE-38E6-4BC7-A3FE-FF5744D321D8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0" creationId="{FF1AC196-F061-4A50-B75D-68F945771FB7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1" creationId="{2A357D05-3B9B-4D0B-995B-E1D585512EC2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2" creationId="{E7EF9863-418D-4A81-BC58-03E9832F77DE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3" creationId="{679681DB-A040-420C-A01C-1221E164EAA5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4" creationId="{E355000E-EA59-4D23-9EDE-4938A81A5909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5" creationId="{AE844016-056F-4E70-BEC3-A99B2127EAF3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6" creationId="{90C47417-D591-4983-B224-A4BF956D65A0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7" creationId="{DAC4C1C4-D166-438B-AFBD-EA9B53ECDC6B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8" creationId="{FC8BAF28-16E6-4D2D-BEE1-D211F7C27FB5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09" creationId="{8AF9F28D-9C16-43D3-87EF-B3722B6871F9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0" creationId="{28E4B0A5-6A41-47D2-BC9B-C31218155D25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1" creationId="{26C8CF04-115F-4962-98D4-3B1DE8CE56A1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2" creationId="{174DEFDA-4420-4AF5-9D3C-4F7B7C274B00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3" creationId="{7BB36840-89FE-4B30-A186-909103232967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4" creationId="{00FF874D-52EE-4F54-8EAD-315FA44F1D23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5" creationId="{294F57A4-7D4C-4689-82B1-2D2531EB96E9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6" creationId="{C6499ADE-D623-4E6A-A2D5-526FA7ED7636}"/>
          </ac:spMkLst>
        </pc:spChg>
        <pc:spChg chg="add mod">
          <ac:chgData name="S" userId="54ec1dc4-4ee5-4df0-a74d-fb7f47557e1b" providerId="ADAL" clId="{A703FED9-6087-4608-80D3-70F869098EEF}" dt="2026-05-11T12:44:57.882" v="677" actId="1076"/>
          <ac:spMkLst>
            <pc:docMk/>
            <pc:sldMk cId="1631219161" sldId="268"/>
            <ac:spMk id="117" creationId="{4DA9F6D2-3EC9-4058-9363-7218AAFB8895}"/>
          </ac:spMkLst>
        </pc:spChg>
        <pc:spChg chg="add mod">
          <ac:chgData name="S" userId="54ec1dc4-4ee5-4df0-a74d-fb7f47557e1b" providerId="ADAL" clId="{A703FED9-6087-4608-80D3-70F869098EEF}" dt="2026-05-11T12:46:36.090" v="757" actId="14100"/>
          <ac:spMkLst>
            <pc:docMk/>
            <pc:sldMk cId="1631219161" sldId="268"/>
            <ac:spMk id="118" creationId="{76FDB3F8-C473-4D90-B138-24C828932763}"/>
          </ac:spMkLst>
        </pc:spChg>
        <pc:spChg chg="add mod">
          <ac:chgData name="S" userId="54ec1dc4-4ee5-4df0-a74d-fb7f47557e1b" providerId="ADAL" clId="{A703FED9-6087-4608-80D3-70F869098EEF}" dt="2026-05-11T12:45:05.905" v="678" actId="20577"/>
          <ac:spMkLst>
            <pc:docMk/>
            <pc:sldMk cId="1631219161" sldId="268"/>
            <ac:spMk id="119" creationId="{52AE937F-9571-415D-A10B-AA4C39947AE4}"/>
          </ac:spMkLst>
        </pc:spChg>
        <pc:spChg chg="add mod">
          <ac:chgData name="S" userId="54ec1dc4-4ee5-4df0-a74d-fb7f47557e1b" providerId="ADAL" clId="{A703FED9-6087-4608-80D3-70F869098EEF}" dt="2026-05-11T12:43:44.934" v="657"/>
          <ac:spMkLst>
            <pc:docMk/>
            <pc:sldMk cId="1631219161" sldId="268"/>
            <ac:spMk id="120" creationId="{3B5D51B8-911B-4692-B600-DB9F97124FF8}"/>
          </ac:spMkLst>
        </pc:spChg>
        <pc:grpChg chg="add del mod">
          <ac:chgData name="S" userId="54ec1dc4-4ee5-4df0-a74d-fb7f47557e1b" providerId="ADAL" clId="{A703FED9-6087-4608-80D3-70F869098EEF}" dt="2026-05-11T12:43:44.671" v="656" actId="478"/>
          <ac:grpSpMkLst>
            <pc:docMk/>
            <pc:sldMk cId="1631219161" sldId="268"/>
            <ac:grpSpMk id="2" creationId="{E025D5DF-A115-46D6-9AF8-8594299EC877}"/>
          </ac:grpSpMkLst>
        </pc:grpChg>
        <pc:grpChg chg="add del mod">
          <ac:chgData name="S" userId="54ec1dc4-4ee5-4df0-a74d-fb7f47557e1b" providerId="ADAL" clId="{A703FED9-6087-4608-80D3-70F869098EEF}" dt="2026-05-11T12:43:44.671" v="656" actId="478"/>
          <ac:grpSpMkLst>
            <pc:docMk/>
            <pc:sldMk cId="1631219161" sldId="268"/>
            <ac:grpSpMk id="3" creationId="{53678E2D-E2F6-4B2F-A8CA-F45FC08DF3DF}"/>
          </ac:grpSpMkLst>
        </pc:grpChg>
        <pc:grpChg chg="add mod">
          <ac:chgData name="S" userId="54ec1dc4-4ee5-4df0-a74d-fb7f47557e1b" providerId="ADAL" clId="{A703FED9-6087-4608-80D3-70F869098EEF}" dt="2026-05-11T12:40:28.382" v="558" actId="164"/>
          <ac:grpSpMkLst>
            <pc:docMk/>
            <pc:sldMk cId="1631219161" sldId="268"/>
            <ac:grpSpMk id="7" creationId="{D87D4F93-BC48-42BA-8869-CE87ED845389}"/>
          </ac:grpSpMkLst>
        </pc:grpChg>
        <pc:grpChg chg="add del mod">
          <ac:chgData name="S" userId="54ec1dc4-4ee5-4df0-a74d-fb7f47557e1b" providerId="ADAL" clId="{A703FED9-6087-4608-80D3-70F869098EEF}" dt="2026-05-11T12:43:44.671" v="656" actId="478"/>
          <ac:grpSpMkLst>
            <pc:docMk/>
            <pc:sldMk cId="1631219161" sldId="268"/>
            <ac:grpSpMk id="8" creationId="{418FD45C-F18E-4DDE-8759-B526840FABD5}"/>
          </ac:grpSpMkLst>
        </pc:grpChg>
        <pc:grpChg chg="add del mod">
          <ac:chgData name="S" userId="54ec1dc4-4ee5-4df0-a74d-fb7f47557e1b" providerId="ADAL" clId="{A703FED9-6087-4608-80D3-70F869098EEF}" dt="2026-05-11T12:43:44.671" v="656" actId="478"/>
          <ac:grpSpMkLst>
            <pc:docMk/>
            <pc:sldMk cId="1631219161" sldId="268"/>
            <ac:grpSpMk id="9" creationId="{BC51D64F-74AD-42C5-B39B-22C54A617154}"/>
          </ac:grpSpMkLst>
        </pc:grpChg>
        <pc:picChg chg="mod">
          <ac:chgData name="S" userId="54ec1dc4-4ee5-4df0-a74d-fb7f47557e1b" providerId="ADAL" clId="{A703FED9-6087-4608-80D3-70F869098EEF}" dt="2026-05-11T12:40:28.382" v="558" actId="164"/>
          <ac:picMkLst>
            <pc:docMk/>
            <pc:sldMk cId="1631219161" sldId="268"/>
            <ac:picMk id="5" creationId="{00000000-0000-0000-0000-000000000000}"/>
          </ac:picMkLst>
        </pc:picChg>
      </pc:sldChg>
      <pc:sldChg chg="addSp delSp modSp add mod ord">
        <pc:chgData name="S" userId="54ec1dc4-4ee5-4df0-a74d-fb7f47557e1b" providerId="ADAL" clId="{A703FED9-6087-4608-80D3-70F869098EEF}" dt="2026-05-11T12:50:58.546" v="990" actId="20577"/>
        <pc:sldMkLst>
          <pc:docMk/>
          <pc:sldMk cId="3672289741" sldId="269"/>
        </pc:sldMkLst>
        <pc:spChg chg="mod">
          <ac:chgData name="S" userId="54ec1dc4-4ee5-4df0-a74d-fb7f47557e1b" providerId="ADAL" clId="{A703FED9-6087-4608-80D3-70F869098EEF}" dt="2026-05-11T12:42:26.832" v="649" actId="20577"/>
          <ac:spMkLst>
            <pc:docMk/>
            <pc:sldMk cId="3672289741" sldId="269"/>
            <ac:spMk id="4" creationId="{BF023C1F-FFE1-4483-8EF6-623851EFFF82}"/>
          </ac:spMkLst>
        </pc:spChg>
        <pc:spChg chg="mod">
          <ac:chgData name="S" userId="54ec1dc4-4ee5-4df0-a74d-fb7f47557e1b" providerId="ADAL" clId="{A703FED9-6087-4608-80D3-70F869098EEF}" dt="2026-05-11T12:42:10.391" v="602" actId="20577"/>
          <ac:spMkLst>
            <pc:docMk/>
            <pc:sldMk cId="3672289741" sldId="269"/>
            <ac:spMk id="6" creationId="{00000000-0000-0000-0000-000000000000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2" creationId="{5D9CE8D0-5167-49AC-898C-D8C7899F77DE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3" creationId="{C0439352-36A9-486D-BF9D-4E779673BAE6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4" creationId="{485C7D4B-7349-4C0C-9958-702236BD7483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5" creationId="{BC6EA567-49DF-4980-8752-D544A9DF5B0F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6" creationId="{102B1DCA-93B6-4126-96CB-C724759692E4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7" creationId="{EE1519E7-2DF8-41BF-B521-F872C6F3A880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8" creationId="{7B99C46F-E988-4E26-917D-9012C0D74A53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79" creationId="{1D1DD0DD-3DE5-4003-BB8D-67A4FB7410FC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0" creationId="{31746E39-EC44-4C9E-BA94-F5A5E35785B7}"/>
          </ac:spMkLst>
        </pc:spChg>
        <pc:spChg chg="add del mod">
          <ac:chgData name="S" userId="54ec1dc4-4ee5-4df0-a74d-fb7f47557e1b" providerId="ADAL" clId="{A703FED9-6087-4608-80D3-70F869098EEF}" dt="2026-05-11T12:50:58.546" v="990" actId="20577"/>
          <ac:spMkLst>
            <pc:docMk/>
            <pc:sldMk cId="3672289741" sldId="269"/>
            <ac:spMk id="81" creationId="{EC90F482-F1B1-4BBF-B7E2-D78C106EB399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2" creationId="{D209373A-A61B-4EB1-9A65-BB9FC354520A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3" creationId="{D77B4FE7-3336-47B2-85E4-B13E7FB6641F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4" creationId="{58862F6C-377E-4F46-85F0-520A1BD5942C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5" creationId="{32BB9B8B-F455-43ED-B8FD-7A67BB01E661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6" creationId="{98D92980-DAE5-44AF-8A8F-7DB99B53DE56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7" creationId="{84762EF0-B42D-4A52-9C6A-895233F46449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8" creationId="{5091C53E-6589-435A-A263-D9C102EAF147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89" creationId="{627F2331-1BDD-406A-BF1E-1652DA41740A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0" creationId="{03826DEA-6360-4861-96F7-A921F3ABFD5E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1" creationId="{0247B80F-58EC-4B72-B994-DB0137469B0F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2" creationId="{0D03A27E-EE26-4660-9180-597DAAAC789D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3" creationId="{DD9E2CB2-6446-4DB1-AAF6-7BAC4E54AE11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4" creationId="{1D509CFE-2F5D-4CB1-93A6-8B300A1134DC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5" creationId="{A0662E0C-E91D-4D20-BD17-CC75ADE3E204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6" creationId="{00A68485-5C73-4065-BFE6-2979690BC9EB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7" creationId="{6F55C145-0504-4679-89E7-156299CFE79F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8" creationId="{99DB3F9B-9E48-4C94-9DD4-847DD4803FEE}"/>
          </ac:spMkLst>
        </pc:spChg>
        <pc:spChg chg="add del">
          <ac:chgData name="S" userId="54ec1dc4-4ee5-4df0-a74d-fb7f47557e1b" providerId="ADAL" clId="{A703FED9-6087-4608-80D3-70F869098EEF}" dt="2026-05-11T12:43:25.107" v="653" actId="478"/>
          <ac:spMkLst>
            <pc:docMk/>
            <pc:sldMk cId="3672289741" sldId="269"/>
            <ac:spMk id="99" creationId="{A07A62BE-38E6-4BC7-A3FE-FF5744D321D8}"/>
          </ac:spMkLst>
        </pc:spChg>
        <pc:grpChg chg="add del">
          <ac:chgData name="S" userId="54ec1dc4-4ee5-4df0-a74d-fb7f47557e1b" providerId="ADAL" clId="{A703FED9-6087-4608-80D3-70F869098EEF}" dt="2026-05-11T12:43:25.107" v="653" actId="478"/>
          <ac:grpSpMkLst>
            <pc:docMk/>
            <pc:sldMk cId="3672289741" sldId="269"/>
            <ac:grpSpMk id="2" creationId="{E025D5DF-A115-46D6-9AF8-8594299EC877}"/>
          </ac:grpSpMkLst>
        </pc:grpChg>
        <pc:grpChg chg="add del">
          <ac:chgData name="S" userId="54ec1dc4-4ee5-4df0-a74d-fb7f47557e1b" providerId="ADAL" clId="{A703FED9-6087-4608-80D3-70F869098EEF}" dt="2026-05-11T12:43:25.107" v="653" actId="478"/>
          <ac:grpSpMkLst>
            <pc:docMk/>
            <pc:sldMk cId="3672289741" sldId="269"/>
            <ac:grpSpMk id="3" creationId="{53678E2D-E2F6-4B2F-A8CA-F45FC08DF3DF}"/>
          </ac:grpSpMkLst>
        </pc:grpChg>
        <pc:grpChg chg="add del">
          <ac:chgData name="S" userId="54ec1dc4-4ee5-4df0-a74d-fb7f47557e1b" providerId="ADAL" clId="{A703FED9-6087-4608-80D3-70F869098EEF}" dt="2026-05-11T12:43:25.107" v="653" actId="478"/>
          <ac:grpSpMkLst>
            <pc:docMk/>
            <pc:sldMk cId="3672289741" sldId="269"/>
            <ac:grpSpMk id="8" creationId="{418FD45C-F18E-4DDE-8759-B526840FABD5}"/>
          </ac:grpSpMkLst>
        </pc:grpChg>
        <pc:grpChg chg="add del">
          <ac:chgData name="S" userId="54ec1dc4-4ee5-4df0-a74d-fb7f47557e1b" providerId="ADAL" clId="{A703FED9-6087-4608-80D3-70F869098EEF}" dt="2026-05-11T12:43:25.107" v="653" actId="478"/>
          <ac:grpSpMkLst>
            <pc:docMk/>
            <pc:sldMk cId="3672289741" sldId="269"/>
            <ac:grpSpMk id="9" creationId="{BC51D64F-74AD-42C5-B39B-22C54A617154}"/>
          </ac:grpSpMkLst>
        </pc:grpChg>
      </pc:sldChg>
      <pc:sldChg chg="addSp delSp modSp add mod">
        <pc:chgData name="S" userId="54ec1dc4-4ee5-4df0-a74d-fb7f47557e1b" providerId="ADAL" clId="{A703FED9-6087-4608-80D3-70F869098EEF}" dt="2026-05-11T12:49:39.315" v="974" actId="1076"/>
        <pc:sldMkLst>
          <pc:docMk/>
          <pc:sldMk cId="1750002066" sldId="270"/>
        </pc:sldMkLst>
        <pc:spChg chg="mod">
          <ac:chgData name="S" userId="54ec1dc4-4ee5-4df0-a74d-fb7f47557e1b" providerId="ADAL" clId="{A703FED9-6087-4608-80D3-70F869098EEF}" dt="2026-05-11T12:49:07.625" v="973" actId="20577"/>
          <ac:spMkLst>
            <pc:docMk/>
            <pc:sldMk cId="1750002066" sldId="270"/>
            <ac:spMk id="4" creationId="{BF023C1F-FFE1-4483-8EF6-623851EFFF82}"/>
          </ac:spMkLst>
        </pc:spChg>
        <pc:spChg chg="mod">
          <ac:chgData name="S" userId="54ec1dc4-4ee5-4df0-a74d-fb7f47557e1b" providerId="ADAL" clId="{A703FED9-6087-4608-80D3-70F869098EEF}" dt="2026-05-11T12:48:22.967" v="923" actId="20577"/>
          <ac:spMkLst>
            <pc:docMk/>
            <pc:sldMk cId="1750002066" sldId="270"/>
            <ac:spMk id="6" creationId="{00000000-0000-0000-0000-000000000000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26" creationId="{A60B4624-54BA-4F0A-B455-F8C63B4772A8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27" creationId="{7FC2E30B-C7AF-4F36-BEBD-AC8D15759857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28" creationId="{ABC94AC8-DC34-4B75-9527-471361866019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29" creationId="{84F7E6D2-FD5E-471F-A833-99EDACC9712E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0" creationId="{8D8FAD30-AC8A-4990-9980-B309CC4FD642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1" creationId="{B10A4FD3-E33C-43A8-BFBA-E0D85E5CA57C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2" creationId="{CCC9FEFC-49C8-41B2-8531-4E12D52F89CE}"/>
          </ac:spMkLst>
        </pc:spChg>
        <pc:spChg chg="add mod">
          <ac:chgData name="S" userId="54ec1dc4-4ee5-4df0-a74d-fb7f47557e1b" providerId="ADAL" clId="{A703FED9-6087-4608-80D3-70F869098EEF}" dt="2026-05-11T12:46:08.448" v="750" actId="20577"/>
          <ac:spMkLst>
            <pc:docMk/>
            <pc:sldMk cId="1750002066" sldId="270"/>
            <ac:spMk id="33" creationId="{C179358F-FEB0-4FE7-9538-69F88692131A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4" creationId="{9A7C9550-CE24-4E2A-A056-B7C28FF6523C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5" creationId="{2067B2EF-7797-430C-8730-33FD53C622A4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6" creationId="{E7BECA7D-BCB7-438C-83DA-E9F82BB9654D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7" creationId="{9C964834-B748-4C3C-A22C-029B1BAFD35E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38" creationId="{E0ED4C8D-ED46-4246-A4FC-456A0096D165}"/>
          </ac:spMkLst>
        </pc:spChg>
        <pc:spChg chg="add mod">
          <ac:chgData name="S" userId="54ec1dc4-4ee5-4df0-a74d-fb7f47557e1b" providerId="ADAL" clId="{A703FED9-6087-4608-80D3-70F869098EEF}" dt="2026-05-11T12:46:05.251" v="749" actId="20577"/>
          <ac:spMkLst>
            <pc:docMk/>
            <pc:sldMk cId="1750002066" sldId="270"/>
            <ac:spMk id="39" creationId="{539014BC-1A61-4169-888E-52521466D991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0" creationId="{BD7E5A41-5586-4F8C-9CC4-3EDD22AC6981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1" creationId="{BAF2D5BD-CA0F-4968-8A9B-711A79455781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2" creationId="{9D363BDF-8C7B-433C-AF84-F7E178BD4E01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3" creationId="{5A5D2F74-417F-460D-A17B-D2C150712FF7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4" creationId="{2178C1B4-6634-4CC0-B9B5-CFACEC104E61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5" creationId="{3929A248-672B-4BDF-B5AE-087D9CCB085C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6" creationId="{2D650782-61AC-4F07-B8A3-C3CF9BC4A8F9}"/>
          </ac:spMkLst>
        </pc:spChg>
        <pc:spChg chg="add mod">
          <ac:chgData name="S" userId="54ec1dc4-4ee5-4df0-a74d-fb7f47557e1b" providerId="ADAL" clId="{A703FED9-6087-4608-80D3-70F869098EEF}" dt="2026-05-11T12:45:59.380" v="742" actId="1037"/>
          <ac:spMkLst>
            <pc:docMk/>
            <pc:sldMk cId="1750002066" sldId="270"/>
            <ac:spMk id="47" creationId="{4208D858-091B-47F5-9EA3-118054BEE1C8}"/>
          </ac:spMkLst>
        </pc:spChg>
        <pc:spChg chg="add mod">
          <ac:chgData name="S" userId="54ec1dc4-4ee5-4df0-a74d-fb7f47557e1b" providerId="ADAL" clId="{A703FED9-6087-4608-80D3-70F869098EEF}" dt="2026-05-11T12:45:59.380" v="742" actId="1037"/>
          <ac:spMkLst>
            <pc:docMk/>
            <pc:sldMk cId="1750002066" sldId="270"/>
            <ac:spMk id="48" creationId="{1EB06402-9B43-4ECF-AD52-CDC346326207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49" creationId="{5EF4AC7A-F71D-4CBC-912E-E9C0A3AA8151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50" creationId="{FEE033F6-9798-44B8-89F7-5D74866510C8}"/>
          </ac:spMkLst>
        </pc:spChg>
        <pc:spChg chg="add mod">
          <ac:chgData name="S" userId="54ec1dc4-4ee5-4df0-a74d-fb7f47557e1b" providerId="ADAL" clId="{A703FED9-6087-4608-80D3-70F869098EEF}" dt="2026-05-11T12:49:39.315" v="974" actId="1076"/>
          <ac:spMkLst>
            <pc:docMk/>
            <pc:sldMk cId="1750002066" sldId="270"/>
            <ac:spMk id="51" creationId="{EC2B05E7-5707-44FC-952A-C70F24EE6C2B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52" creationId="{8BBC198D-E8D5-4262-B499-AC07BE94F685}"/>
          </ac:spMkLst>
        </pc:spChg>
        <pc:spChg chg="add mod">
          <ac:chgData name="S" userId="54ec1dc4-4ee5-4df0-a74d-fb7f47557e1b" providerId="ADAL" clId="{A703FED9-6087-4608-80D3-70F869098EEF}" dt="2026-05-11T12:45:40.838" v="682" actId="1076"/>
          <ac:spMkLst>
            <pc:docMk/>
            <pc:sldMk cId="1750002066" sldId="270"/>
            <ac:spMk id="53" creationId="{A73D55F3-8FA5-4F50-BE4F-CD5746FEE6CA}"/>
          </ac:spMkLst>
        </pc:spChg>
        <pc:spChg chg="add mod">
          <ac:chgData name="S" userId="54ec1dc4-4ee5-4df0-a74d-fb7f47557e1b" providerId="ADAL" clId="{A703FED9-6087-4608-80D3-70F869098EEF}" dt="2026-05-11T12:49:39.315" v="974" actId="1076"/>
          <ac:spMkLst>
            <pc:docMk/>
            <pc:sldMk cId="1750002066" sldId="270"/>
            <ac:spMk id="54" creationId="{07FB9F12-29C9-4374-97B2-C5039C646D49}"/>
          </ac:spMkLst>
        </pc:spChg>
        <pc:spChg chg="add mod">
          <ac:chgData name="S" userId="54ec1dc4-4ee5-4df0-a74d-fb7f47557e1b" providerId="ADAL" clId="{A703FED9-6087-4608-80D3-70F869098EEF}" dt="2026-05-11T12:46:21.504" v="752" actId="14100"/>
          <ac:spMkLst>
            <pc:docMk/>
            <pc:sldMk cId="1750002066" sldId="270"/>
            <ac:spMk id="55" creationId="{BF8325EE-27DD-4AB5-B8FB-C2FBFEEE6D7F}"/>
          </ac:spMkLst>
        </pc:spChg>
        <pc:spChg chg="add mod">
          <ac:chgData name="S" userId="54ec1dc4-4ee5-4df0-a74d-fb7f47557e1b" providerId="ADAL" clId="{A703FED9-6087-4608-80D3-70F869098EEF}" dt="2026-05-11T12:46:23.423" v="753" actId="1076"/>
          <ac:spMkLst>
            <pc:docMk/>
            <pc:sldMk cId="1750002066" sldId="270"/>
            <ac:spMk id="56" creationId="{11E2660D-B70F-444D-9FF6-C01D0D9E306F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0" creationId="{FF1AC196-F061-4A50-B75D-68F945771FB7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1" creationId="{2A357D05-3B9B-4D0B-995B-E1D585512EC2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2" creationId="{E7EF9863-418D-4A81-BC58-03E9832F77DE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3" creationId="{679681DB-A040-420C-A01C-1221E164EAA5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4" creationId="{E355000E-EA59-4D23-9EDE-4938A81A5909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5" creationId="{AE844016-056F-4E70-BEC3-A99B2127EAF3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6" creationId="{90C47417-D591-4983-B224-A4BF956D65A0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7" creationId="{DAC4C1C4-D166-438B-AFBD-EA9B53ECDC6B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8" creationId="{FC8BAF28-16E6-4D2D-BEE1-D211F7C27FB5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09" creationId="{8AF9F28D-9C16-43D3-87EF-B3722B6871F9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0" creationId="{28E4B0A5-6A41-47D2-BC9B-C31218155D25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1" creationId="{26C8CF04-115F-4962-98D4-3B1DE8CE56A1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2" creationId="{174DEFDA-4420-4AF5-9D3C-4F7B7C274B00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3" creationId="{7BB36840-89FE-4B30-A186-909103232967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4" creationId="{00FF874D-52EE-4F54-8EAD-315FA44F1D23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5" creationId="{294F57A4-7D4C-4689-82B1-2D2531EB96E9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6" creationId="{C6499ADE-D623-4E6A-A2D5-526FA7ED7636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7" creationId="{4DA9F6D2-3EC9-4058-9363-7218AAFB8895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8" creationId="{76FDB3F8-C473-4D90-B138-24C828932763}"/>
          </ac:spMkLst>
        </pc:spChg>
        <pc:spChg chg="del">
          <ac:chgData name="S" userId="54ec1dc4-4ee5-4df0-a74d-fb7f47557e1b" providerId="ADAL" clId="{A703FED9-6087-4608-80D3-70F869098EEF}" dt="2026-05-11T12:45:33.392" v="680" actId="478"/>
          <ac:spMkLst>
            <pc:docMk/>
            <pc:sldMk cId="1750002066" sldId="270"/>
            <ac:spMk id="119" creationId="{52AE937F-9571-415D-A10B-AA4C39947AE4}"/>
          </ac:spMkLst>
        </pc:spChg>
      </pc:sldChg>
      <pc:sldChg chg="addSp delSp modSp add mod">
        <pc:chgData name="S" userId="54ec1dc4-4ee5-4df0-a74d-fb7f47557e1b" providerId="ADAL" clId="{A703FED9-6087-4608-80D3-70F869098EEF}" dt="2026-05-11T12:50:20.867" v="981" actId="20577"/>
        <pc:sldMkLst>
          <pc:docMk/>
          <pc:sldMk cId="3965814546" sldId="271"/>
        </pc:sldMkLst>
        <pc:spChg chg="mod">
          <ac:chgData name="S" userId="54ec1dc4-4ee5-4df0-a74d-fb7f47557e1b" providerId="ADAL" clId="{A703FED9-6087-4608-80D3-70F869098EEF}" dt="2026-05-11T12:48:38.876" v="939" actId="20577"/>
          <ac:spMkLst>
            <pc:docMk/>
            <pc:sldMk cId="3965814546" sldId="271"/>
            <ac:spMk id="4" creationId="{BF023C1F-FFE1-4483-8EF6-623851EFFF82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26" creationId="{A60B4624-54BA-4F0A-B455-F8C63B4772A8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27" creationId="{7FC2E30B-C7AF-4F36-BEBD-AC8D15759857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28" creationId="{ABC94AC8-DC34-4B75-9527-471361866019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29" creationId="{84F7E6D2-FD5E-471F-A833-99EDACC9712E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0" creationId="{8D8FAD30-AC8A-4990-9980-B309CC4FD642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1" creationId="{B10A4FD3-E33C-43A8-BFBA-E0D85E5CA57C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2" creationId="{CCC9FEFC-49C8-41B2-8531-4E12D52F89CE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3" creationId="{C179358F-FEB0-4FE7-9538-69F88692131A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4" creationId="{9A7C9550-CE24-4E2A-A056-B7C28FF6523C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5" creationId="{2067B2EF-7797-430C-8730-33FD53C622A4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6" creationId="{E7BECA7D-BCB7-438C-83DA-E9F82BB9654D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7" creationId="{9C964834-B748-4C3C-A22C-029B1BAFD35E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8" creationId="{E0ED4C8D-ED46-4246-A4FC-456A0096D165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39" creationId="{539014BC-1A61-4169-888E-52521466D991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0" creationId="{BD7E5A41-5586-4F8C-9CC4-3EDD22AC6981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1" creationId="{BAF2D5BD-CA0F-4968-8A9B-711A79455781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2" creationId="{9D363BDF-8C7B-433C-AF84-F7E178BD4E01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3" creationId="{5A5D2F74-417F-460D-A17B-D2C150712FF7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4" creationId="{2178C1B4-6634-4CC0-B9B5-CFACEC104E61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5" creationId="{3929A248-672B-4BDF-B5AE-087D9CCB085C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6" creationId="{2D650782-61AC-4F07-B8A3-C3CF9BC4A8F9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7" creationId="{4208D858-091B-47F5-9EA3-118054BEE1C8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8" creationId="{1EB06402-9B43-4ECF-AD52-CDC346326207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49" creationId="{5EF4AC7A-F71D-4CBC-912E-E9C0A3AA8151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0" creationId="{FEE033F6-9798-44B8-89F7-5D74866510C8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1" creationId="{EC2B05E7-5707-44FC-952A-C70F24EE6C2B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2" creationId="{8BBC198D-E8D5-4262-B499-AC07BE94F685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3" creationId="{A73D55F3-8FA5-4F50-BE4F-CD5746FEE6CA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4" creationId="{07FB9F12-29C9-4374-97B2-C5039C646D49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5" creationId="{BF8325EE-27DD-4AB5-B8FB-C2FBFEEE6D7F}"/>
          </ac:spMkLst>
        </pc:spChg>
        <pc:spChg chg="del">
          <ac:chgData name="S" userId="54ec1dc4-4ee5-4df0-a74d-fb7f47557e1b" providerId="ADAL" clId="{A703FED9-6087-4608-80D3-70F869098EEF}" dt="2026-05-11T12:49:56.266" v="975" actId="478"/>
          <ac:spMkLst>
            <pc:docMk/>
            <pc:sldMk cId="3965814546" sldId="271"/>
            <ac:spMk id="56" creationId="{11E2660D-B70F-444D-9FF6-C01D0D9E306F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57" creationId="{86904EB5-1EAA-4A44-81EB-D82DB1FD9A49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58" creationId="{4091853F-51EE-48AF-9FCD-7CAD6AB1DDF8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59" creationId="{B32625C9-B36D-4444-A155-5EAD2E5B7DEE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0" creationId="{3C5D5CD9-D1A8-4C68-8273-9541363A0A4F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1" creationId="{134A202E-A1F3-4163-A84E-4AC7117C43DE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2" creationId="{F92D5917-794A-4A18-84DB-4EBE7EB3680B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3" creationId="{764544D7-C629-43A3-855F-BB5270826877}"/>
          </ac:spMkLst>
        </pc:spChg>
        <pc:spChg chg="add mod">
          <ac:chgData name="S" userId="54ec1dc4-4ee5-4df0-a74d-fb7f47557e1b" providerId="ADAL" clId="{A703FED9-6087-4608-80D3-70F869098EEF}" dt="2026-05-11T12:50:20.867" v="981" actId="20577"/>
          <ac:spMkLst>
            <pc:docMk/>
            <pc:sldMk cId="3965814546" sldId="271"/>
            <ac:spMk id="64" creationId="{36874017-C6D5-4146-92F2-9FCB2251893E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5" creationId="{C0002081-965F-41E8-A76B-4825821A4C4F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6" creationId="{43897FD3-2829-40DA-97DD-EE094060A69C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7" creationId="{0F7CD0F8-76B7-471C-B30B-A8077E5C3CE2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8" creationId="{B4FA2F60-7F6E-4A90-97A3-E5B10F99BEA0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69" creationId="{A0AF6279-2703-484A-8C83-40D0AFB87685}"/>
          </ac:spMkLst>
        </pc:spChg>
        <pc:spChg chg="add mod">
          <ac:chgData name="S" userId="54ec1dc4-4ee5-4df0-a74d-fb7f47557e1b" providerId="ADAL" clId="{A703FED9-6087-4608-80D3-70F869098EEF}" dt="2026-05-11T12:50:09.970" v="978" actId="122"/>
          <ac:spMkLst>
            <pc:docMk/>
            <pc:sldMk cId="3965814546" sldId="271"/>
            <ac:spMk id="70" creationId="{CFC98ABB-D964-4632-AA8A-A354B9F56921}"/>
          </ac:spMkLst>
        </pc:spChg>
        <pc:spChg chg="add mod">
          <ac:chgData name="S" userId="54ec1dc4-4ee5-4df0-a74d-fb7f47557e1b" providerId="ADAL" clId="{A703FED9-6087-4608-80D3-70F869098EEF}" dt="2026-05-11T12:50:00.814" v="977" actId="1076"/>
          <ac:spMkLst>
            <pc:docMk/>
            <pc:sldMk cId="3965814546" sldId="271"/>
            <ac:spMk id="71" creationId="{97FD012C-A3B2-4554-AF88-F49C03681CE7}"/>
          </ac:spMkLst>
        </pc:spChg>
        <pc:spChg chg="add mod">
          <ac:chgData name="S" userId="54ec1dc4-4ee5-4df0-a74d-fb7f47557e1b" providerId="ADAL" clId="{A703FED9-6087-4608-80D3-70F869098EEF}" dt="2026-05-11T12:50:09.970" v="978" actId="122"/>
          <ac:spMkLst>
            <pc:docMk/>
            <pc:sldMk cId="3965814546" sldId="271"/>
            <ac:spMk id="72" creationId="{4722392C-3790-426F-8637-C31BEF18AF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9FE473F-ED9D-4EF7-9477-001C34D602D5}" type="datetime1">
              <a:rPr lang="ko-KR" altLang="en-US"/>
              <a:pPr lvl="0">
                <a:defRPr/>
              </a:pPr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7BEB466-CB0C-416E-BEEB-E74A5035535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96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40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61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43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34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77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54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06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42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0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3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49DB9-A32E-4E38-BA48-920178F32C3B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37503-76AD-4405-BA3A-239DE6770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86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43" y="3568"/>
            <a:ext cx="12179312" cy="68508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939" y="1962906"/>
            <a:ext cx="960224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solidFill>
                  <a:srgbClr val="414042"/>
                </a:solidFill>
                <a:latin typeface="Nanum Gothic"/>
                <a:ea typeface="Nanum Gothic"/>
              </a:rPr>
              <a:t>Semantic Standardization of Unstructured Categorical Data </a:t>
            </a:r>
          </a:p>
          <a:p>
            <a:pPr lvl="0">
              <a:defRPr/>
            </a:pPr>
            <a:r>
              <a:rPr lang="en-US" altLang="ko-KR" sz="2700" b="1" dirty="0">
                <a:solidFill>
                  <a:srgbClr val="414042"/>
                </a:solidFill>
                <a:latin typeface="Nanum Gothic"/>
                <a:ea typeface="Nanum Gothic"/>
              </a:rPr>
              <a:t>Using Local LLMs and RAG: A Case Study on Industrial Tool Names</a:t>
            </a:r>
            <a:endParaRPr lang="ko-KR" altLang="en-US" sz="2700" b="1" dirty="0">
              <a:solidFill>
                <a:srgbClr val="414042"/>
              </a:solidFill>
              <a:latin typeface="Nanum Gothic"/>
              <a:ea typeface="Nanum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8939" y="3054815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 dirty="0">
                <a:solidFill>
                  <a:srgbClr val="414042"/>
                </a:solidFill>
                <a:latin typeface="Nanum Gothic"/>
                <a:ea typeface="Nanum Gothic"/>
              </a:rPr>
              <a:t>AI-Robot</a:t>
            </a:r>
            <a:endParaRPr lang="ko-KR" altLang="en-US" sz="1600" b="1" dirty="0">
              <a:solidFill>
                <a:srgbClr val="414042"/>
              </a:solidFill>
              <a:latin typeface="Nanum Gothic"/>
              <a:ea typeface="Nanum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939" y="3600460"/>
            <a:ext cx="113806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100" b="1" dirty="0" err="1">
                <a:solidFill>
                  <a:srgbClr val="414042"/>
                </a:solidFill>
                <a:latin typeface="Nanum Gothic"/>
                <a:ea typeface="Nanum Gothic"/>
              </a:rPr>
              <a:t>Hongchul</a:t>
            </a: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 Shin</a:t>
            </a:r>
            <a:endParaRPr lang="ko-KR" altLang="en-US" sz="2100" b="1" dirty="0">
              <a:solidFill>
                <a:srgbClr val="414042"/>
              </a:solidFill>
              <a:latin typeface="Nanum Gothic"/>
              <a:ea typeface="Nanum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8004" y="4111429"/>
            <a:ext cx="8769993" cy="165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Research Highlight</a:t>
            </a:r>
          </a:p>
          <a:p>
            <a:pPr lvl="0">
              <a:defRPr/>
            </a:pPr>
            <a:endParaRPr lang="en-US" altLang="ko-KR" sz="1800" b="1" dirty="0">
              <a:solidFill>
                <a:schemeClr val="bg1"/>
              </a:solidFill>
              <a:latin typeface="Nanum Gothic"/>
              <a:ea typeface="Nanum Gothic"/>
            </a:endParaRPr>
          </a:p>
          <a:p>
            <a:pPr>
              <a:lnSpc>
                <a:spcPts val="2100"/>
              </a:lnSpc>
              <a:defRPr/>
            </a:pPr>
            <a:r>
              <a:rPr lang="en-US" altLang="ko-KR" sz="1800" b="1" dirty="0">
                <a:solidFill>
                  <a:srgbClr val="414042"/>
                </a:solidFill>
                <a:latin typeface="Nanum Gothic"/>
                <a:ea typeface="Nanum Gothic"/>
              </a:rPr>
              <a:t>1. Embedding selection comes first over modal size</a:t>
            </a:r>
          </a:p>
          <a:p>
            <a:pPr>
              <a:lnSpc>
                <a:spcPts val="2800"/>
              </a:lnSpc>
              <a:defRPr/>
            </a:pPr>
            <a:r>
              <a:rPr lang="en-US" altLang="ko-KR" sz="1800" b="1" dirty="0">
                <a:solidFill>
                  <a:srgbClr val="414042"/>
                </a:solidFill>
                <a:latin typeface="Nanum Gothic"/>
                <a:ea typeface="Nanum Gothic"/>
              </a:rPr>
              <a:t>2.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"/>
              </a:rPr>
              <a:t>The language of RAG can go beyond LLM's own limits.</a:t>
            </a:r>
            <a:r>
              <a:rPr lang="en-US" altLang="ko-KR" sz="1800" b="1" dirty="0">
                <a:solidFill>
                  <a:srgbClr val="414042"/>
                </a:solidFill>
                <a:latin typeface="Nanum Gothic"/>
                <a:ea typeface="Nanum Gothic"/>
              </a:rPr>
              <a:t>  </a:t>
            </a:r>
          </a:p>
          <a:p>
            <a:pPr>
              <a:lnSpc>
                <a:spcPts val="2800"/>
              </a:lnSpc>
              <a:defRPr/>
            </a:pPr>
            <a:r>
              <a:rPr lang="en-US" altLang="ko-KR" sz="1800" b="1" dirty="0">
                <a:solidFill>
                  <a:srgbClr val="414042"/>
                </a:solidFill>
                <a:latin typeface="Nanum Gothic"/>
                <a:ea typeface="Nanum Gothic"/>
              </a:rPr>
              <a:t>3. </a:t>
            </a:r>
            <a:r>
              <a:rPr lang="en-US" altLang="ko-KR" b="1" dirty="0">
                <a:solidFill>
                  <a:srgbClr val="414042"/>
                </a:solidFill>
                <a:latin typeface="Nanum Gothic"/>
                <a:ea typeface="Nanum Gothic"/>
              </a:rPr>
              <a:t>RAG is essential for the success rate of refinement of specific domain data.</a:t>
            </a:r>
            <a:endParaRPr lang="en-US" altLang="ko-KR" sz="1800" b="1" dirty="0">
              <a:solidFill>
                <a:srgbClr val="414042"/>
              </a:solidFill>
              <a:latin typeface="Nanum Gothic"/>
              <a:ea typeface="Nanum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2066" y="266571"/>
            <a:ext cx="50729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latin typeface="Nanum Gothic"/>
                <a:ea typeface="Nanum Gothic"/>
              </a:rPr>
              <a:t>Why Is This Hard? – Error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3C1F-FFE1-4483-8EF6-623851EFFF82}"/>
              </a:ext>
            </a:extLst>
          </p:cNvPr>
          <p:cNvSpPr txBox="1"/>
          <p:nvPr/>
        </p:nvSpPr>
        <p:spPr>
          <a:xfrm>
            <a:off x="362066" y="774402"/>
            <a:ext cx="87699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78% of errors fall into 5 Systematic patterns – Non fixable by simple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B5F82-1CE8-4CF4-A956-BE1FAC37A99F}"/>
              </a:ext>
            </a:extLst>
          </p:cNvPr>
          <p:cNvSpPr txBox="1"/>
          <p:nvPr/>
        </p:nvSpPr>
        <p:spPr>
          <a:xfrm>
            <a:off x="362066" y="16977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Typos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5D39453-7FB4-400E-BE7E-E3A91AB5F024}"/>
              </a:ext>
            </a:extLst>
          </p:cNvPr>
          <p:cNvSpPr/>
          <p:nvPr/>
        </p:nvSpPr>
        <p:spPr>
          <a:xfrm>
            <a:off x="2739506" y="1734307"/>
            <a:ext cx="501440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DA282-0BAA-4442-8126-44E72F8BDE33}"/>
              </a:ext>
            </a:extLst>
          </p:cNvPr>
          <p:cNvSpPr txBox="1"/>
          <p:nvPr/>
        </p:nvSpPr>
        <p:spPr>
          <a:xfrm>
            <a:off x="7845354" y="1697731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33.9%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18013-52BA-47C9-B36B-F961037C9FEB}"/>
              </a:ext>
            </a:extLst>
          </p:cNvPr>
          <p:cNvSpPr txBox="1"/>
          <p:nvPr/>
        </p:nvSpPr>
        <p:spPr>
          <a:xfrm>
            <a:off x="8500226" y="16977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경랑몽키, 스판너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641A9-31D3-4ABC-9708-F1236690B165}"/>
              </a:ext>
            </a:extLst>
          </p:cNvPr>
          <p:cNvSpPr txBox="1"/>
          <p:nvPr/>
        </p:nvSpPr>
        <p:spPr>
          <a:xfrm>
            <a:off x="362066" y="217321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Brand Inclusion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BE603181-4538-4CD1-9EC6-C506859034BD}"/>
              </a:ext>
            </a:extLst>
          </p:cNvPr>
          <p:cNvSpPr/>
          <p:nvPr/>
        </p:nvSpPr>
        <p:spPr>
          <a:xfrm>
            <a:off x="2739506" y="2209795"/>
            <a:ext cx="2292723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2A97E-A490-4077-AE56-6FC37A0C3D5C}"/>
              </a:ext>
            </a:extLst>
          </p:cNvPr>
          <p:cNvSpPr txBox="1"/>
          <p:nvPr/>
        </p:nvSpPr>
        <p:spPr>
          <a:xfrm>
            <a:off x="5123669" y="217321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15.5%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8BADC-4ED5-4F96-A60E-29CFE8069807}"/>
              </a:ext>
            </a:extLst>
          </p:cNvPr>
          <p:cNvSpPr txBox="1"/>
          <p:nvPr/>
        </p:nvSpPr>
        <p:spPr>
          <a:xfrm>
            <a:off x="8500226" y="217321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보쉬전동드릴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1729CE-9C11-4FF3-8338-58EBE3892FD8}"/>
              </a:ext>
            </a:extLst>
          </p:cNvPr>
          <p:cNvSpPr txBox="1"/>
          <p:nvPr/>
        </p:nvSpPr>
        <p:spPr>
          <a:xfrm>
            <a:off x="362066" y="264870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Power Source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00DEE22-57BC-4DB3-8DE3-1C5D4CA136F4}"/>
              </a:ext>
            </a:extLst>
          </p:cNvPr>
          <p:cNvSpPr/>
          <p:nvPr/>
        </p:nvSpPr>
        <p:spPr>
          <a:xfrm>
            <a:off x="2739506" y="2685283"/>
            <a:ext cx="1612302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9597A-D599-4425-96E7-6A18E19F60CC}"/>
              </a:ext>
            </a:extLst>
          </p:cNvPr>
          <p:cNvSpPr txBox="1"/>
          <p:nvPr/>
        </p:nvSpPr>
        <p:spPr>
          <a:xfrm>
            <a:off x="4443248" y="2648707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10.9%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F17B2-2052-43B5-A76C-1B16E2A92AFC}"/>
              </a:ext>
            </a:extLst>
          </p:cNvPr>
          <p:cNvSpPr txBox="1"/>
          <p:nvPr/>
        </p:nvSpPr>
        <p:spPr>
          <a:xfrm>
            <a:off x="8500226" y="264870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</a:rPr>
              <a:t>유선전동드릴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FFE9B-970A-493B-A46F-0DBA2A78E85C}"/>
              </a:ext>
            </a:extLst>
          </p:cNvPr>
          <p:cNvSpPr txBox="1"/>
          <p:nvPr/>
        </p:nvSpPr>
        <p:spPr>
          <a:xfrm>
            <a:off x="362066" y="312419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English / Abbrev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B88D3EC6-21FC-4451-8284-811A27A53B20}"/>
              </a:ext>
            </a:extLst>
          </p:cNvPr>
          <p:cNvSpPr/>
          <p:nvPr/>
        </p:nvSpPr>
        <p:spPr>
          <a:xfrm>
            <a:off x="2739506" y="3160771"/>
            <a:ext cx="133125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6DC16-8F40-4127-9AEA-92C92DD3E725}"/>
              </a:ext>
            </a:extLst>
          </p:cNvPr>
          <p:cNvSpPr txBox="1"/>
          <p:nvPr/>
        </p:nvSpPr>
        <p:spPr>
          <a:xfrm>
            <a:off x="4162204" y="3124195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9.0%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6DEA5-770D-487D-8552-E36485B9898C}"/>
              </a:ext>
            </a:extLst>
          </p:cNvPr>
          <p:cNvSpPr txBox="1"/>
          <p:nvPr/>
        </p:nvSpPr>
        <p:spPr>
          <a:xfrm>
            <a:off x="8500226" y="3124195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7F7F7F"/>
                </a:solidFill>
              </a:rPr>
              <a:t>HSS드릴비트</a:t>
            </a:r>
            <a:endParaRPr sz="1200" b="0" dirty="0">
              <a:solidFill>
                <a:srgbClr val="7F7F7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CF81EB-9D77-4D10-90EC-A6204236B675}"/>
              </a:ext>
            </a:extLst>
          </p:cNvPr>
          <p:cNvSpPr txBox="1"/>
          <p:nvPr/>
        </p:nvSpPr>
        <p:spPr>
          <a:xfrm>
            <a:off x="362066" y="359968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Attribute Info</a:t>
            </a: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B8FF4178-FE52-430B-A681-9E49B5F89D7F}"/>
              </a:ext>
            </a:extLst>
          </p:cNvPr>
          <p:cNvSpPr/>
          <p:nvPr/>
        </p:nvSpPr>
        <p:spPr>
          <a:xfrm>
            <a:off x="2739506" y="3636259"/>
            <a:ext cx="1301675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9EF9F-1D3A-42C8-A398-819030ACF85C}"/>
              </a:ext>
            </a:extLst>
          </p:cNvPr>
          <p:cNvSpPr txBox="1"/>
          <p:nvPr/>
        </p:nvSpPr>
        <p:spPr>
          <a:xfrm>
            <a:off x="4132621" y="3599683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8.8%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45C8D-4956-4BD5-89EB-20BB03F6DE9A}"/>
              </a:ext>
            </a:extLst>
          </p:cNvPr>
          <p:cNvSpPr txBox="1"/>
          <p:nvPr/>
        </p:nvSpPr>
        <p:spPr>
          <a:xfrm>
            <a:off x="8500226" y="359968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7F7F7F"/>
                </a:solidFill>
              </a:rPr>
              <a:t>180mm그라인더</a:t>
            </a: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42446096-897B-4FF5-B475-D8E222EC3649}"/>
              </a:ext>
            </a:extLst>
          </p:cNvPr>
          <p:cNvSpPr/>
          <p:nvPr/>
        </p:nvSpPr>
        <p:spPr>
          <a:xfrm>
            <a:off x="362066" y="4166611"/>
            <a:ext cx="11430000" cy="182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4E3B4-B2D3-491D-95CA-5C4BCFA3D55E}"/>
              </a:ext>
            </a:extLst>
          </p:cNvPr>
          <p:cNvSpPr txBox="1"/>
          <p:nvPr/>
        </p:nvSpPr>
        <p:spPr>
          <a:xfrm>
            <a:off x="362066" y="421233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Top 5 Combined: 78.1%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3DA44E3A-1C83-4DB6-9E75-F09AED7EB11A}"/>
              </a:ext>
            </a:extLst>
          </p:cNvPr>
          <p:cNvSpPr/>
          <p:nvPr/>
        </p:nvSpPr>
        <p:spPr>
          <a:xfrm>
            <a:off x="362066" y="4945967"/>
            <a:ext cx="11430000" cy="8187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3585BF-D102-4C85-B437-13B2E8349539}"/>
              </a:ext>
            </a:extLst>
          </p:cNvPr>
          <p:cNvSpPr txBox="1"/>
          <p:nvPr/>
        </p:nvSpPr>
        <p:spPr>
          <a:xfrm>
            <a:off x="2876666" y="499168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2728"/>
                </a:solidFill>
              </a:rPr>
              <a:t>⚠  Japanese-derived terms  (4.6%):  기리 / 뺀치 / 함마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8B0D37-55F8-43AC-8852-AC0A35F8571D}"/>
              </a:ext>
            </a:extLst>
          </p:cNvPr>
          <p:cNvSpPr txBox="1"/>
          <p:nvPr/>
        </p:nvSpPr>
        <p:spPr>
          <a:xfrm>
            <a:off x="1962266" y="5311727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Phonetic discontinuity → automation impossible without a thesaurus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2066" y="266571"/>
            <a:ext cx="681667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latin typeface="Nanum Gothic"/>
                <a:ea typeface="Nanum Gothic"/>
              </a:rPr>
              <a:t>The Problem: A Public Database Full of Aliases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3C1F-FFE1-4483-8EF6-623851EFFF82}"/>
              </a:ext>
            </a:extLst>
          </p:cNvPr>
          <p:cNvSpPr txBox="1"/>
          <p:nvPr/>
        </p:nvSpPr>
        <p:spPr>
          <a:xfrm>
            <a:off x="362066" y="774402"/>
            <a:ext cx="87699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Same tool –dozens of names – one broken database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8B6275BB-05C1-4A85-851B-5CCE4814A351}"/>
              </a:ext>
            </a:extLst>
          </p:cNvPr>
          <p:cNvSpPr/>
          <p:nvPr/>
        </p:nvSpPr>
        <p:spPr>
          <a:xfrm>
            <a:off x="362066" y="1625069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1517F-84DB-4118-A50E-A925AF1743C1}"/>
              </a:ext>
            </a:extLst>
          </p:cNvPr>
          <p:cNvSpPr txBox="1"/>
          <p:nvPr/>
        </p:nvSpPr>
        <p:spPr>
          <a:xfrm>
            <a:off x="407786" y="1643357"/>
            <a:ext cx="3566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드릴비트세트</a:t>
            </a: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2874C06-8B9D-42BB-8973-53B25A2D8F36}"/>
              </a:ext>
            </a:extLst>
          </p:cNvPr>
          <p:cNvSpPr/>
          <p:nvPr/>
        </p:nvSpPr>
        <p:spPr>
          <a:xfrm>
            <a:off x="499226" y="221942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383E0A-48EA-438F-B6FE-2275527F0DF5}"/>
              </a:ext>
            </a:extLst>
          </p:cNvPr>
          <p:cNvSpPr txBox="1"/>
          <p:nvPr/>
        </p:nvSpPr>
        <p:spPr>
          <a:xfrm>
            <a:off x="590666" y="225600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기리셋트</a:t>
            </a: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C3F9BD0B-88FF-49BF-88C9-B5C124834BD2}"/>
              </a:ext>
            </a:extLst>
          </p:cNvPr>
          <p:cNvSpPr/>
          <p:nvPr/>
        </p:nvSpPr>
        <p:spPr>
          <a:xfrm>
            <a:off x="499226" y="272234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877F31-1924-4C1A-9454-5B96DCB878CC}"/>
              </a:ext>
            </a:extLst>
          </p:cNvPr>
          <p:cNvSpPr txBox="1"/>
          <p:nvPr/>
        </p:nvSpPr>
        <p:spPr>
          <a:xfrm>
            <a:off x="590666" y="275892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giri set</a:t>
            </a: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CED3645B-D8B7-474D-8C87-E80816B7262E}"/>
              </a:ext>
            </a:extLst>
          </p:cNvPr>
          <p:cNvSpPr/>
          <p:nvPr/>
        </p:nvSpPr>
        <p:spPr>
          <a:xfrm>
            <a:off x="499226" y="322526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9A530E-D604-4FA3-8CBA-DDBB93FDAC77}"/>
              </a:ext>
            </a:extLst>
          </p:cNvPr>
          <p:cNvSpPr txBox="1"/>
          <p:nvPr/>
        </p:nvSpPr>
        <p:spPr>
          <a:xfrm>
            <a:off x="590666" y="326184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기리셑트</a:t>
            </a: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74ED6140-7E4C-454C-982E-2041D9907AF5}"/>
              </a:ext>
            </a:extLst>
          </p:cNvPr>
          <p:cNvSpPr/>
          <p:nvPr/>
        </p:nvSpPr>
        <p:spPr>
          <a:xfrm>
            <a:off x="499226" y="372818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46C806-DC26-4DD5-9DBC-8C7A3AFC42F4}"/>
              </a:ext>
            </a:extLst>
          </p:cNvPr>
          <p:cNvSpPr txBox="1"/>
          <p:nvPr/>
        </p:nvSpPr>
        <p:spPr>
          <a:xfrm>
            <a:off x="590666" y="376476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drill bit SET</a:t>
            </a:r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A0520930-D8F2-4B51-AE6F-E21628745DF2}"/>
              </a:ext>
            </a:extLst>
          </p:cNvPr>
          <p:cNvSpPr/>
          <p:nvPr/>
        </p:nvSpPr>
        <p:spPr>
          <a:xfrm>
            <a:off x="4293986" y="1625069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298F09-EEE7-4135-8169-32D1042817E6}"/>
              </a:ext>
            </a:extLst>
          </p:cNvPr>
          <p:cNvSpPr txBox="1"/>
          <p:nvPr/>
        </p:nvSpPr>
        <p:spPr>
          <a:xfrm>
            <a:off x="4339706" y="1643357"/>
            <a:ext cx="3566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해머드릴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44" name="Rectangle 17">
            <a:extLst>
              <a:ext uri="{FF2B5EF4-FFF2-40B4-BE49-F238E27FC236}">
                <a16:creationId xmlns:a16="http://schemas.microsoft.com/office/drawing/2014/main" id="{A9496549-FBF7-4EC6-8BA4-AABC538FF076}"/>
              </a:ext>
            </a:extLst>
          </p:cNvPr>
          <p:cNvSpPr/>
          <p:nvPr/>
        </p:nvSpPr>
        <p:spPr>
          <a:xfrm>
            <a:off x="4431146" y="221942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8584E0-1C6B-4CD7-9866-BDA458797B17}"/>
              </a:ext>
            </a:extLst>
          </p:cNvPr>
          <p:cNvSpPr txBox="1"/>
          <p:nvPr/>
        </p:nvSpPr>
        <p:spPr>
          <a:xfrm>
            <a:off x="4522586" y="225600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함마드릴</a:t>
            </a:r>
          </a:p>
        </p:txBody>
      </p:sp>
      <p:sp>
        <p:nvSpPr>
          <p:cNvPr id="46" name="Rectangle 19">
            <a:extLst>
              <a:ext uri="{FF2B5EF4-FFF2-40B4-BE49-F238E27FC236}">
                <a16:creationId xmlns:a16="http://schemas.microsoft.com/office/drawing/2014/main" id="{D67D5337-D4A8-415B-95CD-83698D2D6C37}"/>
              </a:ext>
            </a:extLst>
          </p:cNvPr>
          <p:cNvSpPr/>
          <p:nvPr/>
        </p:nvSpPr>
        <p:spPr>
          <a:xfrm>
            <a:off x="4431146" y="272234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91766F-41FD-4ED6-A32F-05B57BF5AAC4}"/>
              </a:ext>
            </a:extLst>
          </p:cNvPr>
          <p:cNvSpPr txBox="1"/>
          <p:nvPr/>
        </p:nvSpPr>
        <p:spPr>
          <a:xfrm>
            <a:off x="4522586" y="275892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함마 드릴</a:t>
            </a:r>
          </a:p>
        </p:txBody>
      </p:sp>
      <p:sp>
        <p:nvSpPr>
          <p:cNvPr id="48" name="Rectangle 21">
            <a:extLst>
              <a:ext uri="{FF2B5EF4-FFF2-40B4-BE49-F238E27FC236}">
                <a16:creationId xmlns:a16="http://schemas.microsoft.com/office/drawing/2014/main" id="{0C0EE85E-117B-458C-82A3-190552EBD80B}"/>
              </a:ext>
            </a:extLst>
          </p:cNvPr>
          <p:cNvSpPr/>
          <p:nvPr/>
        </p:nvSpPr>
        <p:spPr>
          <a:xfrm>
            <a:off x="4431146" y="322526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8B54C8-3846-4CBB-9781-6F60A0E2E719}"/>
              </a:ext>
            </a:extLst>
          </p:cNvPr>
          <p:cNvSpPr txBox="1"/>
          <p:nvPr/>
        </p:nvSpPr>
        <p:spPr>
          <a:xfrm>
            <a:off x="4522586" y="326184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HAMMER DRILL</a:t>
            </a:r>
          </a:p>
        </p:txBody>
      </p:sp>
      <p:sp>
        <p:nvSpPr>
          <p:cNvPr id="50" name="Rectangle 23">
            <a:extLst>
              <a:ext uri="{FF2B5EF4-FFF2-40B4-BE49-F238E27FC236}">
                <a16:creationId xmlns:a16="http://schemas.microsoft.com/office/drawing/2014/main" id="{8F815FF5-A5B4-4911-BF05-3AB519758241}"/>
              </a:ext>
            </a:extLst>
          </p:cNvPr>
          <p:cNvSpPr/>
          <p:nvPr/>
        </p:nvSpPr>
        <p:spPr>
          <a:xfrm>
            <a:off x="4431146" y="372818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66FE49-FEA2-470C-BEEE-5E921770D498}"/>
              </a:ext>
            </a:extLst>
          </p:cNvPr>
          <p:cNvSpPr txBox="1"/>
          <p:nvPr/>
        </p:nvSpPr>
        <p:spPr>
          <a:xfrm>
            <a:off x="4522586" y="376476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함마드릴기</a:t>
            </a:r>
          </a:p>
        </p:txBody>
      </p:sp>
      <p:sp>
        <p:nvSpPr>
          <p:cNvPr id="52" name="Rectangle 25">
            <a:extLst>
              <a:ext uri="{FF2B5EF4-FFF2-40B4-BE49-F238E27FC236}">
                <a16:creationId xmlns:a16="http://schemas.microsoft.com/office/drawing/2014/main" id="{3813D7A4-877F-4DFA-880A-397EA49FA1D0}"/>
              </a:ext>
            </a:extLst>
          </p:cNvPr>
          <p:cNvSpPr/>
          <p:nvPr/>
        </p:nvSpPr>
        <p:spPr>
          <a:xfrm>
            <a:off x="8225906" y="1625069"/>
            <a:ext cx="36576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BA1DF3-E3D5-4BDD-BF76-A67B2232A445}"/>
              </a:ext>
            </a:extLst>
          </p:cNvPr>
          <p:cNvSpPr txBox="1"/>
          <p:nvPr/>
        </p:nvSpPr>
        <p:spPr>
          <a:xfrm>
            <a:off x="8271626" y="1643357"/>
            <a:ext cx="3566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파이프렌치</a:t>
            </a:r>
          </a:p>
        </p:txBody>
      </p:sp>
      <p:sp>
        <p:nvSpPr>
          <p:cNvPr id="54" name="Rectangle 27">
            <a:extLst>
              <a:ext uri="{FF2B5EF4-FFF2-40B4-BE49-F238E27FC236}">
                <a16:creationId xmlns:a16="http://schemas.microsoft.com/office/drawing/2014/main" id="{BBD168CE-62C3-4BB5-88B8-70E262132124}"/>
              </a:ext>
            </a:extLst>
          </p:cNvPr>
          <p:cNvSpPr/>
          <p:nvPr/>
        </p:nvSpPr>
        <p:spPr>
          <a:xfrm>
            <a:off x="8363066" y="221942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1A076C-39BC-4D9C-9B64-3D3D20EE5AF5}"/>
              </a:ext>
            </a:extLst>
          </p:cNvPr>
          <p:cNvSpPr txBox="1"/>
          <p:nvPr/>
        </p:nvSpPr>
        <p:spPr>
          <a:xfrm>
            <a:off x="8454506" y="225600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PIPE렌치</a:t>
            </a: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E30972BA-D0D0-479E-8172-2CDD485BF747}"/>
              </a:ext>
            </a:extLst>
          </p:cNvPr>
          <p:cNvSpPr/>
          <p:nvPr/>
        </p:nvSpPr>
        <p:spPr>
          <a:xfrm>
            <a:off x="8363066" y="272234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106B7D-27BE-4999-8FBC-5C3A8884C141}"/>
              </a:ext>
            </a:extLst>
          </p:cNvPr>
          <p:cNvSpPr txBox="1"/>
          <p:nvPr/>
        </p:nvSpPr>
        <p:spPr>
          <a:xfrm>
            <a:off x="8454506" y="275892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파이프 렌치</a:t>
            </a:r>
          </a:p>
        </p:txBody>
      </p:sp>
      <p:sp>
        <p:nvSpPr>
          <p:cNvPr id="58" name="Rectangle 31">
            <a:extLst>
              <a:ext uri="{FF2B5EF4-FFF2-40B4-BE49-F238E27FC236}">
                <a16:creationId xmlns:a16="http://schemas.microsoft.com/office/drawing/2014/main" id="{BC6A88F6-8071-4AC0-A64C-B61060E48E7E}"/>
              </a:ext>
            </a:extLst>
          </p:cNvPr>
          <p:cNvSpPr/>
          <p:nvPr/>
        </p:nvSpPr>
        <p:spPr>
          <a:xfrm>
            <a:off x="8363066" y="3225268"/>
            <a:ext cx="3383280" cy="384048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8F2162-68AB-42AC-A396-F45FE72F252D}"/>
              </a:ext>
            </a:extLst>
          </p:cNvPr>
          <p:cNvSpPr txBox="1"/>
          <p:nvPr/>
        </p:nvSpPr>
        <p:spPr>
          <a:xfrm>
            <a:off x="8454506" y="3261844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pipe wrench</a:t>
            </a:r>
          </a:p>
        </p:txBody>
      </p:sp>
      <p:sp>
        <p:nvSpPr>
          <p:cNvPr id="60" name="Rectangle 33">
            <a:extLst>
              <a:ext uri="{FF2B5EF4-FFF2-40B4-BE49-F238E27FC236}">
                <a16:creationId xmlns:a16="http://schemas.microsoft.com/office/drawing/2014/main" id="{F8A74895-6AC0-44C6-BE2B-53CBD17859C0}"/>
              </a:ext>
            </a:extLst>
          </p:cNvPr>
          <p:cNvSpPr/>
          <p:nvPr/>
        </p:nvSpPr>
        <p:spPr>
          <a:xfrm>
            <a:off x="362066" y="4459709"/>
            <a:ext cx="7543800" cy="4114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0810BD-34A6-4142-B50C-89CE13A3EC2E}"/>
              </a:ext>
            </a:extLst>
          </p:cNvPr>
          <p:cNvSpPr txBox="1"/>
          <p:nvPr/>
        </p:nvSpPr>
        <p:spPr>
          <a:xfrm>
            <a:off x="453505" y="4487141"/>
            <a:ext cx="902534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F77B4"/>
                </a:solidFill>
              </a:rPr>
              <a:t>Non-standard entries: 3,352   |   Standard names: 160   |   ~21 aliases per standard name</a:t>
            </a:r>
          </a:p>
        </p:txBody>
      </p:sp>
      <p:sp>
        <p:nvSpPr>
          <p:cNvPr id="62" name="Rectangle 35">
            <a:extLst>
              <a:ext uri="{FF2B5EF4-FFF2-40B4-BE49-F238E27FC236}">
                <a16:creationId xmlns:a16="http://schemas.microsoft.com/office/drawing/2014/main" id="{80EF91E1-88AA-43AF-A662-450B50CBB72D}"/>
              </a:ext>
            </a:extLst>
          </p:cNvPr>
          <p:cNvSpPr/>
          <p:nvPr/>
        </p:nvSpPr>
        <p:spPr>
          <a:xfrm>
            <a:off x="362066" y="5054069"/>
            <a:ext cx="114300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2DCED3-1528-41BA-879F-E6FE86600514}"/>
              </a:ext>
            </a:extLst>
          </p:cNvPr>
          <p:cNvSpPr txBox="1"/>
          <p:nvPr/>
        </p:nvSpPr>
        <p:spPr>
          <a:xfrm>
            <a:off x="453506" y="509978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8B6000"/>
                </a:solidFill>
              </a:rPr>
              <a:t>⚠  Broken standardization → broken inventory, broken search, broken statistics.</a:t>
            </a:r>
          </a:p>
        </p:txBody>
      </p:sp>
    </p:spTree>
    <p:extLst>
      <p:ext uri="{BB962C8B-B14F-4D97-AF65-F5344CB8AC3E}">
        <p14:creationId xmlns:p14="http://schemas.microsoft.com/office/powerpoint/2010/main" val="40300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2066" y="266571"/>
            <a:ext cx="423179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latin typeface="Nanum Gothic"/>
                <a:ea typeface="Nanum Gothic"/>
              </a:rPr>
              <a:t>Our Approach: RAG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3C1F-FFE1-4483-8EF6-623851EFFF82}"/>
              </a:ext>
            </a:extLst>
          </p:cNvPr>
          <p:cNvSpPr txBox="1"/>
          <p:nvPr/>
        </p:nvSpPr>
        <p:spPr>
          <a:xfrm>
            <a:off x="362066" y="774402"/>
            <a:ext cx="87699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Three targeted upgrades over the baseline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25D5DF-A115-46D6-9AF8-8594299EC877}"/>
              </a:ext>
            </a:extLst>
          </p:cNvPr>
          <p:cNvGrpSpPr/>
          <p:nvPr/>
        </p:nvGrpSpPr>
        <p:grpSpPr>
          <a:xfrm>
            <a:off x="71119" y="2104264"/>
            <a:ext cx="2560320" cy="777240"/>
            <a:chOff x="71119" y="2104264"/>
            <a:chExt cx="2560320" cy="777240"/>
          </a:xfrm>
        </p:grpSpPr>
        <p:sp>
          <p:nvSpPr>
            <p:cNvPr id="64" name="Rectangle 5">
              <a:extLst>
                <a:ext uri="{FF2B5EF4-FFF2-40B4-BE49-F238E27FC236}">
                  <a16:creationId xmlns:a16="http://schemas.microsoft.com/office/drawing/2014/main" id="{BF438989-3C55-4B85-8DFF-3532B9D9E72B}"/>
                </a:ext>
              </a:extLst>
            </p:cNvPr>
            <p:cNvSpPr/>
            <p:nvPr/>
          </p:nvSpPr>
          <p:spPr>
            <a:xfrm>
              <a:off x="71119" y="2104264"/>
              <a:ext cx="2560320" cy="7772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C845A4F-FE6D-4D17-95A9-5BE9E1DD8C2A}"/>
                </a:ext>
              </a:extLst>
            </p:cNvPr>
            <p:cNvSpPr txBox="1"/>
            <p:nvPr/>
          </p:nvSpPr>
          <p:spPr>
            <a:xfrm>
              <a:off x="162559" y="2177416"/>
              <a:ext cx="23774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Raw Input
(tool name)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3678E2D-E2F6-4B2F-A8CA-F45FC08DF3DF}"/>
              </a:ext>
            </a:extLst>
          </p:cNvPr>
          <p:cNvGrpSpPr/>
          <p:nvPr/>
        </p:nvGrpSpPr>
        <p:grpSpPr>
          <a:xfrm>
            <a:off x="3188546" y="2104264"/>
            <a:ext cx="2560320" cy="777240"/>
            <a:chOff x="2905759" y="2104264"/>
            <a:chExt cx="2560320" cy="777240"/>
          </a:xfrm>
        </p:grpSpPr>
        <p:sp>
          <p:nvSpPr>
            <p:cNvPr id="66" name="Rectangle 7">
              <a:extLst>
                <a:ext uri="{FF2B5EF4-FFF2-40B4-BE49-F238E27FC236}">
                  <a16:creationId xmlns:a16="http://schemas.microsoft.com/office/drawing/2014/main" id="{E1494EA1-1767-4E08-9F43-C17576960160}"/>
                </a:ext>
              </a:extLst>
            </p:cNvPr>
            <p:cNvSpPr/>
            <p:nvPr/>
          </p:nvSpPr>
          <p:spPr>
            <a:xfrm>
              <a:off x="2905759" y="2104264"/>
              <a:ext cx="2560320" cy="777240"/>
            </a:xfrm>
            <a:prstGeom prst="rect">
              <a:avLst/>
            </a:prstGeom>
            <a:solidFill>
              <a:srgbClr val="1F77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D2FA3CC-5FD4-428E-A9E4-A7B5F3D085A9}"/>
                </a:ext>
              </a:extLst>
            </p:cNvPr>
            <p:cNvSpPr txBox="1"/>
            <p:nvPr/>
          </p:nvSpPr>
          <p:spPr>
            <a:xfrm>
              <a:off x="2997199" y="2177416"/>
              <a:ext cx="23774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Retrieval
(Top-k=15)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8FD45C-F18E-4DDE-8759-B526840FABD5}"/>
              </a:ext>
            </a:extLst>
          </p:cNvPr>
          <p:cNvGrpSpPr/>
          <p:nvPr/>
        </p:nvGrpSpPr>
        <p:grpSpPr>
          <a:xfrm>
            <a:off x="6305973" y="2104264"/>
            <a:ext cx="2560320" cy="777240"/>
            <a:chOff x="6588761" y="2104264"/>
            <a:chExt cx="2560320" cy="777240"/>
          </a:xfrm>
        </p:grpSpPr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F6702431-88B3-49A1-99F8-E806DC034722}"/>
                </a:ext>
              </a:extLst>
            </p:cNvPr>
            <p:cNvSpPr/>
            <p:nvPr/>
          </p:nvSpPr>
          <p:spPr>
            <a:xfrm>
              <a:off x="6588761" y="2104264"/>
              <a:ext cx="2560320" cy="777240"/>
            </a:xfrm>
            <a:prstGeom prst="rect">
              <a:avLst/>
            </a:prstGeom>
            <a:solidFill>
              <a:srgbClr val="1F77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A9602A-D8E7-4825-94FB-228AD591E726}"/>
                </a:ext>
              </a:extLst>
            </p:cNvPr>
            <p:cNvSpPr txBox="1"/>
            <p:nvPr/>
          </p:nvSpPr>
          <p:spPr>
            <a:xfrm>
              <a:off x="6680201" y="2177416"/>
              <a:ext cx="23774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LLM Judgment
(local model)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BC51D64F-74AD-42C5-B39B-22C54A617154}"/>
              </a:ext>
            </a:extLst>
          </p:cNvPr>
          <p:cNvGrpSpPr/>
          <p:nvPr/>
        </p:nvGrpSpPr>
        <p:grpSpPr>
          <a:xfrm>
            <a:off x="9423401" y="2104264"/>
            <a:ext cx="2560320" cy="777240"/>
            <a:chOff x="9423401" y="2104264"/>
            <a:chExt cx="2560320" cy="777240"/>
          </a:xfrm>
        </p:grpSpPr>
        <p:sp>
          <p:nvSpPr>
            <p:cNvPr id="70" name="Rectangle 11">
              <a:extLst>
                <a:ext uri="{FF2B5EF4-FFF2-40B4-BE49-F238E27FC236}">
                  <a16:creationId xmlns:a16="http://schemas.microsoft.com/office/drawing/2014/main" id="{2D7C071B-9C25-435A-9F6A-67FBC78186F1}"/>
                </a:ext>
              </a:extLst>
            </p:cNvPr>
            <p:cNvSpPr/>
            <p:nvPr/>
          </p:nvSpPr>
          <p:spPr>
            <a:xfrm>
              <a:off x="9423401" y="2104264"/>
              <a:ext cx="2560320" cy="777240"/>
            </a:xfrm>
            <a:prstGeom prst="rect">
              <a:avLst/>
            </a:prstGeom>
            <a:solidFill>
              <a:srgbClr val="2CA02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1635C0C-3046-4581-86ED-2F96D513F280}"/>
                </a:ext>
              </a:extLst>
            </p:cNvPr>
            <p:cNvSpPr txBox="1"/>
            <p:nvPr/>
          </p:nvSpPr>
          <p:spPr>
            <a:xfrm>
              <a:off x="9514841" y="2177416"/>
              <a:ext cx="237744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Standard Name
Output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D9CE8D0-5167-49AC-898C-D8C7899F77DE}"/>
              </a:ext>
            </a:extLst>
          </p:cNvPr>
          <p:cNvSpPr txBox="1"/>
          <p:nvPr/>
        </p:nvSpPr>
        <p:spPr>
          <a:xfrm>
            <a:off x="2777064" y="230543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439352-36A9-486D-BF9D-4E779673BAE6}"/>
              </a:ext>
            </a:extLst>
          </p:cNvPr>
          <p:cNvSpPr txBox="1"/>
          <p:nvPr/>
        </p:nvSpPr>
        <p:spPr>
          <a:xfrm>
            <a:off x="5886028" y="230543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5C7D4B-7349-4C0C-9958-702236BD7483}"/>
              </a:ext>
            </a:extLst>
          </p:cNvPr>
          <p:cNvSpPr txBox="1"/>
          <p:nvPr/>
        </p:nvSpPr>
        <p:spPr>
          <a:xfrm>
            <a:off x="9007687" y="230543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6325B"/>
                </a:solidFill>
              </a:rPr>
              <a:t>►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6EA567-49DF-4980-8752-D544A9DF5B0F}"/>
              </a:ext>
            </a:extLst>
          </p:cNvPr>
          <p:cNvSpPr txBox="1"/>
          <p:nvPr/>
        </p:nvSpPr>
        <p:spPr>
          <a:xfrm>
            <a:off x="3444240" y="3059417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77B4"/>
                </a:solidFill>
              </a:rPr>
              <a:t>LLM fails?  ▼  Fallback: return RAG rank-1</a:t>
            </a:r>
          </a:p>
        </p:txBody>
      </p:sp>
      <p:sp>
        <p:nvSpPr>
          <p:cNvPr id="76" name="Rectangle 17">
            <a:extLst>
              <a:ext uri="{FF2B5EF4-FFF2-40B4-BE49-F238E27FC236}">
                <a16:creationId xmlns:a16="http://schemas.microsoft.com/office/drawing/2014/main" id="{102B1DCA-93B6-4126-96CB-C724759692E4}"/>
              </a:ext>
            </a:extLst>
          </p:cNvPr>
          <p:cNvSpPr/>
          <p:nvPr/>
        </p:nvSpPr>
        <p:spPr>
          <a:xfrm>
            <a:off x="162559" y="3723896"/>
            <a:ext cx="2286000" cy="347472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1519E7-2DF8-41BF-B521-F872C6F3A880}"/>
              </a:ext>
            </a:extLst>
          </p:cNvPr>
          <p:cNvSpPr txBox="1"/>
          <p:nvPr/>
        </p:nvSpPr>
        <p:spPr>
          <a:xfrm>
            <a:off x="208279" y="37604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78" name="Rectangle 19">
            <a:extLst>
              <a:ext uri="{FF2B5EF4-FFF2-40B4-BE49-F238E27FC236}">
                <a16:creationId xmlns:a16="http://schemas.microsoft.com/office/drawing/2014/main" id="{7B99C46F-E988-4E26-917D-9012C0D74A53}"/>
              </a:ext>
            </a:extLst>
          </p:cNvPr>
          <p:cNvSpPr/>
          <p:nvPr/>
        </p:nvSpPr>
        <p:spPr>
          <a:xfrm>
            <a:off x="2539999" y="3723896"/>
            <a:ext cx="4114800" cy="3474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1DD0DD-3DE5-4003-BB8D-67A4FB7410FC}"/>
              </a:ext>
            </a:extLst>
          </p:cNvPr>
          <p:cNvSpPr txBox="1"/>
          <p:nvPr/>
        </p:nvSpPr>
        <p:spPr>
          <a:xfrm>
            <a:off x="2585719" y="376047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Baseline (gray)</a:t>
            </a:r>
          </a:p>
        </p:txBody>
      </p:sp>
      <p:sp>
        <p:nvSpPr>
          <p:cNvPr id="80" name="Rectangle 21">
            <a:extLst>
              <a:ext uri="{FF2B5EF4-FFF2-40B4-BE49-F238E27FC236}">
                <a16:creationId xmlns:a16="http://schemas.microsoft.com/office/drawing/2014/main" id="{31746E39-EC44-4C9E-BA94-F5A5E35785B7}"/>
              </a:ext>
            </a:extLst>
          </p:cNvPr>
          <p:cNvSpPr/>
          <p:nvPr/>
        </p:nvSpPr>
        <p:spPr>
          <a:xfrm>
            <a:off x="6746239" y="3723896"/>
            <a:ext cx="530352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90F482-F1B1-4BBF-B7E2-D78C106EB399}"/>
              </a:ext>
            </a:extLst>
          </p:cNvPr>
          <p:cNvSpPr txBox="1"/>
          <p:nvPr/>
        </p:nvSpPr>
        <p:spPr>
          <a:xfrm>
            <a:off x="6791959" y="37604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</a:rPr>
              <a:t>RAG </a:t>
            </a:r>
            <a:r>
              <a:rPr lang="en-US" sz="1300" b="1" dirty="0">
                <a:solidFill>
                  <a:srgbClr val="FFFFFF"/>
                </a:solidFill>
              </a:rPr>
              <a:t>(</a:t>
            </a:r>
            <a:r>
              <a:rPr sz="1300" b="1" dirty="0">
                <a:solidFill>
                  <a:srgbClr val="FFFFFF"/>
                </a:solidFill>
              </a:rPr>
              <a:t>Improve</a:t>
            </a:r>
            <a:r>
              <a:rPr lang="en-US" sz="1300" b="1" dirty="0">
                <a:solidFill>
                  <a:srgbClr val="FFFFFF"/>
                </a:solidFill>
              </a:rPr>
              <a:t>d)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209373A-A61B-4EB1-9A65-BB9FC354520A}"/>
              </a:ext>
            </a:extLst>
          </p:cNvPr>
          <p:cNvSpPr/>
          <p:nvPr/>
        </p:nvSpPr>
        <p:spPr>
          <a:xfrm>
            <a:off x="162559" y="4071368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7B4FE7-3336-47B2-85E4-B13E7FB6641F}"/>
              </a:ext>
            </a:extLst>
          </p:cNvPr>
          <p:cNvSpPr txBox="1"/>
          <p:nvPr/>
        </p:nvSpPr>
        <p:spPr>
          <a:xfrm>
            <a:off x="235711" y="411708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Embedding</a:t>
            </a:r>
          </a:p>
        </p:txBody>
      </p:sp>
      <p:sp>
        <p:nvSpPr>
          <p:cNvPr id="84" name="Rectangle 25">
            <a:extLst>
              <a:ext uri="{FF2B5EF4-FFF2-40B4-BE49-F238E27FC236}">
                <a16:creationId xmlns:a16="http://schemas.microsoft.com/office/drawing/2014/main" id="{58862F6C-377E-4F46-85F0-520A1BD5942C}"/>
              </a:ext>
            </a:extLst>
          </p:cNvPr>
          <p:cNvSpPr/>
          <p:nvPr/>
        </p:nvSpPr>
        <p:spPr>
          <a:xfrm>
            <a:off x="2539999" y="4071368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BB9B8B-F455-43ED-B8FD-7A67BB01E661}"/>
              </a:ext>
            </a:extLst>
          </p:cNvPr>
          <p:cNvSpPr txBox="1"/>
          <p:nvPr/>
        </p:nvSpPr>
        <p:spPr>
          <a:xfrm>
            <a:off x="2613151" y="4117088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1A1A2E"/>
                </a:solidFill>
              </a:rPr>
              <a:t>MiniLM</a:t>
            </a:r>
            <a:r>
              <a:rPr sz="1300" b="0" dirty="0">
                <a:solidFill>
                  <a:srgbClr val="1A1A2E"/>
                </a:solidFill>
              </a:rPr>
              <a:t>  (384-dim)</a:t>
            </a:r>
          </a:p>
        </p:txBody>
      </p:sp>
      <p:sp>
        <p:nvSpPr>
          <p:cNvPr id="86" name="Rectangle 27">
            <a:extLst>
              <a:ext uri="{FF2B5EF4-FFF2-40B4-BE49-F238E27FC236}">
                <a16:creationId xmlns:a16="http://schemas.microsoft.com/office/drawing/2014/main" id="{98D92980-DAE5-44AF-8A8F-7DB99B53DE56}"/>
              </a:ext>
            </a:extLst>
          </p:cNvPr>
          <p:cNvSpPr/>
          <p:nvPr/>
        </p:nvSpPr>
        <p:spPr>
          <a:xfrm>
            <a:off x="6746239" y="4071368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762EF0-B42D-4A52-9C6A-895233F46449}"/>
              </a:ext>
            </a:extLst>
          </p:cNvPr>
          <p:cNvSpPr txBox="1"/>
          <p:nvPr/>
        </p:nvSpPr>
        <p:spPr>
          <a:xfrm>
            <a:off x="6819391" y="411708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BGE-m3-ko  (1024-dim)  ★</a:t>
            </a:r>
          </a:p>
        </p:txBody>
      </p:sp>
      <p:sp>
        <p:nvSpPr>
          <p:cNvPr id="88" name="Rectangle 29">
            <a:extLst>
              <a:ext uri="{FF2B5EF4-FFF2-40B4-BE49-F238E27FC236}">
                <a16:creationId xmlns:a16="http://schemas.microsoft.com/office/drawing/2014/main" id="{5091C53E-6589-435A-A263-D9C102EAF147}"/>
              </a:ext>
            </a:extLst>
          </p:cNvPr>
          <p:cNvSpPr/>
          <p:nvPr/>
        </p:nvSpPr>
        <p:spPr>
          <a:xfrm>
            <a:off x="162559" y="449199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27F2331-1BDD-406A-BF1E-1652DA41740A}"/>
              </a:ext>
            </a:extLst>
          </p:cNvPr>
          <p:cNvSpPr txBox="1"/>
          <p:nvPr/>
        </p:nvSpPr>
        <p:spPr>
          <a:xfrm>
            <a:off x="235711" y="453771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Retrieval</a:t>
            </a:r>
          </a:p>
        </p:txBody>
      </p:sp>
      <p:sp>
        <p:nvSpPr>
          <p:cNvPr id="90" name="Rectangle 31">
            <a:extLst>
              <a:ext uri="{FF2B5EF4-FFF2-40B4-BE49-F238E27FC236}">
                <a16:creationId xmlns:a16="http://schemas.microsoft.com/office/drawing/2014/main" id="{03826DEA-6360-4861-96F7-A921F3ABFD5E}"/>
              </a:ext>
            </a:extLst>
          </p:cNvPr>
          <p:cNvSpPr/>
          <p:nvPr/>
        </p:nvSpPr>
        <p:spPr>
          <a:xfrm>
            <a:off x="2539999" y="4491992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247B80F-58EC-4B72-B994-DB0137469B0F}"/>
              </a:ext>
            </a:extLst>
          </p:cNvPr>
          <p:cNvSpPr txBox="1"/>
          <p:nvPr/>
        </p:nvSpPr>
        <p:spPr>
          <a:xfrm>
            <a:off x="2613151" y="453771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A1A2E"/>
                </a:solidFill>
              </a:rPr>
              <a:t>FAISS only,  k=5</a:t>
            </a:r>
          </a:p>
        </p:txBody>
      </p:sp>
      <p:sp>
        <p:nvSpPr>
          <p:cNvPr id="92" name="Rectangle 33">
            <a:extLst>
              <a:ext uri="{FF2B5EF4-FFF2-40B4-BE49-F238E27FC236}">
                <a16:creationId xmlns:a16="http://schemas.microsoft.com/office/drawing/2014/main" id="{0D03A27E-EE26-4660-9180-597DAAAC789D}"/>
              </a:ext>
            </a:extLst>
          </p:cNvPr>
          <p:cNvSpPr/>
          <p:nvPr/>
        </p:nvSpPr>
        <p:spPr>
          <a:xfrm>
            <a:off x="6746239" y="4491992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9E2CB2-6446-4DB1-AAF6-7BAC4E54AE11}"/>
              </a:ext>
            </a:extLst>
          </p:cNvPr>
          <p:cNvSpPr txBox="1"/>
          <p:nvPr/>
        </p:nvSpPr>
        <p:spPr>
          <a:xfrm>
            <a:off x="6819391" y="453771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BM25 40% + FAISS 60%,  k=15</a:t>
            </a:r>
          </a:p>
        </p:txBody>
      </p:sp>
      <p:sp>
        <p:nvSpPr>
          <p:cNvPr id="94" name="Rectangle 35">
            <a:extLst>
              <a:ext uri="{FF2B5EF4-FFF2-40B4-BE49-F238E27FC236}">
                <a16:creationId xmlns:a16="http://schemas.microsoft.com/office/drawing/2014/main" id="{1D509CFE-2F5D-4CB1-93A6-8B300A1134DC}"/>
              </a:ext>
            </a:extLst>
          </p:cNvPr>
          <p:cNvSpPr/>
          <p:nvPr/>
        </p:nvSpPr>
        <p:spPr>
          <a:xfrm>
            <a:off x="162559" y="4912616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0662E0C-E91D-4D20-BD17-CC75ADE3E204}"/>
              </a:ext>
            </a:extLst>
          </p:cNvPr>
          <p:cNvSpPr txBox="1"/>
          <p:nvPr/>
        </p:nvSpPr>
        <p:spPr>
          <a:xfrm>
            <a:off x="235711" y="495833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Safety net</a:t>
            </a:r>
          </a:p>
        </p:txBody>
      </p:sp>
      <p:sp>
        <p:nvSpPr>
          <p:cNvPr id="96" name="Rectangle 37">
            <a:extLst>
              <a:ext uri="{FF2B5EF4-FFF2-40B4-BE49-F238E27FC236}">
                <a16:creationId xmlns:a16="http://schemas.microsoft.com/office/drawing/2014/main" id="{00A68485-5C73-4065-BFE6-2979690BC9EB}"/>
              </a:ext>
            </a:extLst>
          </p:cNvPr>
          <p:cNvSpPr/>
          <p:nvPr/>
        </p:nvSpPr>
        <p:spPr>
          <a:xfrm>
            <a:off x="2539999" y="4912616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F55C145-0504-4679-89E7-156299CFE79F}"/>
              </a:ext>
            </a:extLst>
          </p:cNvPr>
          <p:cNvSpPr txBox="1"/>
          <p:nvPr/>
        </p:nvSpPr>
        <p:spPr>
          <a:xfrm>
            <a:off x="2613151" y="4958336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98" name="Rectangle 39">
            <a:extLst>
              <a:ext uri="{FF2B5EF4-FFF2-40B4-BE49-F238E27FC236}">
                <a16:creationId xmlns:a16="http://schemas.microsoft.com/office/drawing/2014/main" id="{99DB3F9B-9E48-4C94-9DD4-847DD4803FEE}"/>
              </a:ext>
            </a:extLst>
          </p:cNvPr>
          <p:cNvSpPr/>
          <p:nvPr/>
        </p:nvSpPr>
        <p:spPr>
          <a:xfrm>
            <a:off x="6746239" y="4912616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07A62BE-38E6-4BC7-A3FE-FF5744D321D8}"/>
              </a:ext>
            </a:extLst>
          </p:cNvPr>
          <p:cNvSpPr txBox="1"/>
          <p:nvPr/>
        </p:nvSpPr>
        <p:spPr>
          <a:xfrm>
            <a:off x="6819391" y="495833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Fallback (rank-1 auto-return)</a:t>
            </a:r>
          </a:p>
        </p:txBody>
      </p:sp>
    </p:spTree>
    <p:extLst>
      <p:ext uri="{BB962C8B-B14F-4D97-AF65-F5344CB8AC3E}">
        <p14:creationId xmlns:p14="http://schemas.microsoft.com/office/powerpoint/2010/main" val="367228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2066" y="266571"/>
            <a:ext cx="563006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latin typeface="Nanum Gothic"/>
                <a:ea typeface="Nanum Gothic"/>
              </a:rPr>
              <a:t>The </a:t>
            </a:r>
            <a:r>
              <a:rPr lang="en-US" altLang="ko-KR" sz="2700" b="1" dirty="0" err="1">
                <a:latin typeface="Nanum Gothic"/>
                <a:ea typeface="Nanum Gothic"/>
              </a:rPr>
              <a:t>Verdict:RAG</a:t>
            </a:r>
            <a:r>
              <a:rPr lang="en-US" altLang="ko-KR" sz="2700" b="1" dirty="0">
                <a:latin typeface="Nanum Gothic"/>
                <a:ea typeface="Nanum Gothic"/>
              </a:rPr>
              <a:t> Transforms Accuracy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3C1F-FFE1-4483-8EF6-623851EFFF82}"/>
              </a:ext>
            </a:extLst>
          </p:cNvPr>
          <p:cNvSpPr txBox="1"/>
          <p:nvPr/>
        </p:nvSpPr>
        <p:spPr>
          <a:xfrm>
            <a:off x="362066" y="774402"/>
            <a:ext cx="87699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RAG is not optional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1AC196-F061-4A50-B75D-68F945771FB7}"/>
              </a:ext>
            </a:extLst>
          </p:cNvPr>
          <p:cNvSpPr txBox="1"/>
          <p:nvPr/>
        </p:nvSpPr>
        <p:spPr>
          <a:xfrm>
            <a:off x="2529840" y="1264934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1A1A2E"/>
                </a:solidFill>
              </a:rPr>
              <a:t>G</a:t>
            </a:r>
            <a:r>
              <a:rPr sz="1300" b="1" dirty="0">
                <a:solidFill>
                  <a:srgbClr val="1A1A2E"/>
                </a:solidFill>
              </a:rPr>
              <a:t>emma4:e4b</a:t>
            </a:r>
          </a:p>
        </p:txBody>
      </p:sp>
      <p:sp>
        <p:nvSpPr>
          <p:cNvPr id="101" name="Rectangle 6">
            <a:extLst>
              <a:ext uri="{FF2B5EF4-FFF2-40B4-BE49-F238E27FC236}">
                <a16:creationId xmlns:a16="http://schemas.microsoft.com/office/drawing/2014/main" id="{2A357D05-3B9B-4D0B-995B-E1D585512EC2}"/>
              </a:ext>
            </a:extLst>
          </p:cNvPr>
          <p:cNvSpPr/>
          <p:nvPr/>
        </p:nvSpPr>
        <p:spPr>
          <a:xfrm>
            <a:off x="4632960" y="1301510"/>
            <a:ext cx="1052291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7EF9863-418D-4A81-BC58-03E9832F77DE}"/>
              </a:ext>
            </a:extLst>
          </p:cNvPr>
          <p:cNvSpPr txBox="1"/>
          <p:nvPr/>
        </p:nvSpPr>
        <p:spPr>
          <a:xfrm>
            <a:off x="4632960" y="155754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LLM-only 27.4%</a:t>
            </a:r>
          </a:p>
        </p:txBody>
      </p:sp>
      <p:sp>
        <p:nvSpPr>
          <p:cNvPr id="103" name="Rectangle 8">
            <a:extLst>
              <a:ext uri="{FF2B5EF4-FFF2-40B4-BE49-F238E27FC236}">
                <a16:creationId xmlns:a16="http://schemas.microsoft.com/office/drawing/2014/main" id="{679681DB-A040-420C-A01C-1221E164EAA5}"/>
              </a:ext>
            </a:extLst>
          </p:cNvPr>
          <p:cNvSpPr/>
          <p:nvPr/>
        </p:nvSpPr>
        <p:spPr>
          <a:xfrm>
            <a:off x="4632960" y="1859294"/>
            <a:ext cx="3397672" cy="25603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355000E-EA59-4D23-9EDE-4938A81A5909}"/>
              </a:ext>
            </a:extLst>
          </p:cNvPr>
          <p:cNvSpPr txBox="1"/>
          <p:nvPr/>
        </p:nvSpPr>
        <p:spPr>
          <a:xfrm>
            <a:off x="4632960" y="211532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A02C"/>
                </a:solidFill>
              </a:rPr>
              <a:t>RAG  88.47% ★ BEST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E844016-056F-4E70-BEC3-A99B2127EAF3}"/>
              </a:ext>
            </a:extLst>
          </p:cNvPr>
          <p:cNvSpPr txBox="1"/>
          <p:nvPr/>
        </p:nvSpPr>
        <p:spPr>
          <a:xfrm>
            <a:off x="8122072" y="153925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+61.1pp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0C47417-D591-4983-B224-A4BF956D65A0}"/>
              </a:ext>
            </a:extLst>
          </p:cNvPr>
          <p:cNvSpPr txBox="1"/>
          <p:nvPr/>
        </p:nvSpPr>
        <p:spPr>
          <a:xfrm>
            <a:off x="2529840" y="2545094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1A1A2E"/>
                </a:solidFill>
              </a:rPr>
              <a:t>G</a:t>
            </a:r>
            <a:r>
              <a:rPr sz="1300" b="0" dirty="0">
                <a:solidFill>
                  <a:srgbClr val="1A1A2E"/>
                </a:solidFill>
              </a:rPr>
              <a:t>emma3:4b</a:t>
            </a:r>
          </a:p>
        </p:txBody>
      </p:sp>
      <p:sp>
        <p:nvSpPr>
          <p:cNvPr id="107" name="Rectangle 12">
            <a:extLst>
              <a:ext uri="{FF2B5EF4-FFF2-40B4-BE49-F238E27FC236}">
                <a16:creationId xmlns:a16="http://schemas.microsoft.com/office/drawing/2014/main" id="{DAC4C1C4-D166-438B-AFBD-EA9B53ECDC6B}"/>
              </a:ext>
            </a:extLst>
          </p:cNvPr>
          <p:cNvSpPr/>
          <p:nvPr/>
        </p:nvSpPr>
        <p:spPr>
          <a:xfrm>
            <a:off x="4632960" y="2581670"/>
            <a:ext cx="883310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C8BAF28-16E6-4D2D-BEE1-D211F7C27FB5}"/>
              </a:ext>
            </a:extLst>
          </p:cNvPr>
          <p:cNvSpPr txBox="1"/>
          <p:nvPr/>
        </p:nvSpPr>
        <p:spPr>
          <a:xfrm>
            <a:off x="4632960" y="283770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LLM-only 23.0%</a:t>
            </a:r>
          </a:p>
        </p:txBody>
      </p:sp>
      <p:sp>
        <p:nvSpPr>
          <p:cNvPr id="109" name="Rectangle 14">
            <a:extLst>
              <a:ext uri="{FF2B5EF4-FFF2-40B4-BE49-F238E27FC236}">
                <a16:creationId xmlns:a16="http://schemas.microsoft.com/office/drawing/2014/main" id="{8AF9F28D-9C16-43D3-87EF-B3722B6871F9}"/>
              </a:ext>
            </a:extLst>
          </p:cNvPr>
          <p:cNvSpPr/>
          <p:nvPr/>
        </p:nvSpPr>
        <p:spPr>
          <a:xfrm>
            <a:off x="4632960" y="3139454"/>
            <a:ext cx="3244437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8E4B0A5-6A41-47D2-BC9B-C31218155D25}"/>
              </a:ext>
            </a:extLst>
          </p:cNvPr>
          <p:cNvSpPr txBox="1"/>
          <p:nvPr/>
        </p:nvSpPr>
        <p:spPr>
          <a:xfrm>
            <a:off x="4632960" y="339548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77B4"/>
                </a:solidFill>
              </a:rPr>
              <a:t>RAG  84.48%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6C8CF04-115F-4962-98D4-3B1DE8CE56A1}"/>
              </a:ext>
            </a:extLst>
          </p:cNvPr>
          <p:cNvSpPr txBox="1"/>
          <p:nvPr/>
        </p:nvSpPr>
        <p:spPr>
          <a:xfrm>
            <a:off x="7968837" y="281941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+61.5pp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74DEFDA-4420-4AF5-9D3C-4F7B7C274B00}"/>
              </a:ext>
            </a:extLst>
          </p:cNvPr>
          <p:cNvSpPr txBox="1"/>
          <p:nvPr/>
        </p:nvSpPr>
        <p:spPr>
          <a:xfrm>
            <a:off x="2529840" y="3825254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1A1A2E"/>
                </a:solidFill>
              </a:rPr>
              <a:t>E</a:t>
            </a:r>
            <a:r>
              <a:rPr sz="1300" b="0" dirty="0">
                <a:solidFill>
                  <a:srgbClr val="1A1A2E"/>
                </a:solidFill>
              </a:rPr>
              <a:t>xaone3.5:7.8b</a:t>
            </a:r>
          </a:p>
        </p:txBody>
      </p:sp>
      <p:sp>
        <p:nvSpPr>
          <p:cNvPr id="113" name="Rectangle 18">
            <a:extLst>
              <a:ext uri="{FF2B5EF4-FFF2-40B4-BE49-F238E27FC236}">
                <a16:creationId xmlns:a16="http://schemas.microsoft.com/office/drawing/2014/main" id="{7BB36840-89FE-4B30-A186-909103232967}"/>
              </a:ext>
            </a:extLst>
          </p:cNvPr>
          <p:cNvSpPr/>
          <p:nvPr/>
        </p:nvSpPr>
        <p:spPr>
          <a:xfrm>
            <a:off x="4632960" y="3861830"/>
            <a:ext cx="361005" cy="25603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0FF874D-52EE-4F54-8EAD-315FA44F1D23}"/>
              </a:ext>
            </a:extLst>
          </p:cNvPr>
          <p:cNvSpPr txBox="1"/>
          <p:nvPr/>
        </p:nvSpPr>
        <p:spPr>
          <a:xfrm>
            <a:off x="4632960" y="411786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LLM-only 9.4%</a:t>
            </a:r>
          </a:p>
        </p:txBody>
      </p:sp>
      <p:sp>
        <p:nvSpPr>
          <p:cNvPr id="115" name="Rectangle 20">
            <a:extLst>
              <a:ext uri="{FF2B5EF4-FFF2-40B4-BE49-F238E27FC236}">
                <a16:creationId xmlns:a16="http://schemas.microsoft.com/office/drawing/2014/main" id="{294F57A4-7D4C-4689-82B1-2D2531EB96E9}"/>
              </a:ext>
            </a:extLst>
          </p:cNvPr>
          <p:cNvSpPr/>
          <p:nvPr/>
        </p:nvSpPr>
        <p:spPr>
          <a:xfrm>
            <a:off x="4632960" y="4419614"/>
            <a:ext cx="3040123" cy="2560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6499ADE-D623-4E6A-A2D5-526FA7ED7636}"/>
              </a:ext>
            </a:extLst>
          </p:cNvPr>
          <p:cNvSpPr txBox="1"/>
          <p:nvPr/>
        </p:nvSpPr>
        <p:spPr>
          <a:xfrm>
            <a:off x="4632960" y="467564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77B4"/>
                </a:solidFill>
              </a:rPr>
              <a:t>RAG  79.16%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A9F6D2-3EC9-4058-9363-7218AAFB8895}"/>
              </a:ext>
            </a:extLst>
          </p:cNvPr>
          <p:cNvSpPr txBox="1"/>
          <p:nvPr/>
        </p:nvSpPr>
        <p:spPr>
          <a:xfrm>
            <a:off x="7764523" y="4099574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+69.8pp</a:t>
            </a:r>
          </a:p>
        </p:txBody>
      </p:sp>
      <p:sp>
        <p:nvSpPr>
          <p:cNvPr id="118" name="Rectangle 23">
            <a:extLst>
              <a:ext uri="{FF2B5EF4-FFF2-40B4-BE49-F238E27FC236}">
                <a16:creationId xmlns:a16="http://schemas.microsoft.com/office/drawing/2014/main" id="{76FDB3F8-C473-4D90-B138-24C828932763}"/>
              </a:ext>
            </a:extLst>
          </p:cNvPr>
          <p:cNvSpPr/>
          <p:nvPr/>
        </p:nvSpPr>
        <p:spPr>
          <a:xfrm>
            <a:off x="2529840" y="5031831"/>
            <a:ext cx="7132320" cy="1133266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2AE937F-9571-415D-A10B-AA4C39947AE4}"/>
              </a:ext>
            </a:extLst>
          </p:cNvPr>
          <p:cNvSpPr txBox="1"/>
          <p:nvPr/>
        </p:nvSpPr>
        <p:spPr>
          <a:xfrm>
            <a:off x="2621280" y="5077551"/>
            <a:ext cx="6949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1F77B4"/>
                </a:solidFill>
              </a:rPr>
              <a:t>DeepSeek</a:t>
            </a:r>
            <a:r>
              <a:rPr sz="1300" b="1" dirty="0">
                <a:solidFill>
                  <a:srgbClr val="1F77B4"/>
                </a:solidFill>
              </a:rPr>
              <a:t> Paradox:  Korean generation  0%  (LLM-only)</a:t>
            </a:r>
            <a:endParaRPr lang="en-US" sz="1300" b="1" dirty="0">
              <a:solidFill>
                <a:srgbClr val="1F77B4"/>
              </a:solidFill>
            </a:endParaRPr>
          </a:p>
          <a:p>
            <a:pPr algn="ctr"/>
            <a:r>
              <a:rPr lang="ko-KR" altLang="en-US" sz="1300" b="1" dirty="0">
                <a:solidFill>
                  <a:srgbClr val="1F77B4"/>
                </a:solidFill>
              </a:rPr>
              <a:t>⬇️</a:t>
            </a:r>
            <a:endParaRPr lang="en-US" sz="1300" b="1" dirty="0">
              <a:solidFill>
                <a:srgbClr val="1F77B4"/>
              </a:solidFill>
            </a:endParaRPr>
          </a:p>
          <a:p>
            <a:pPr algn="ctr"/>
            <a:r>
              <a:rPr sz="1300" b="1" dirty="0">
                <a:solidFill>
                  <a:srgbClr val="1F77B4"/>
                </a:solidFill>
              </a:rPr>
              <a:t>78.05%  with RAG</a:t>
            </a:r>
            <a:endParaRPr lang="en-US" sz="1300" b="1" dirty="0">
              <a:solidFill>
                <a:srgbClr val="1F77B4"/>
              </a:solidFill>
            </a:endParaRPr>
          </a:p>
          <a:p>
            <a:pPr algn="ctr"/>
            <a:r>
              <a:rPr lang="ko-KR" altLang="en-US" sz="1300" b="1" dirty="0">
                <a:solidFill>
                  <a:srgbClr val="1F77B4"/>
                </a:solidFill>
              </a:rPr>
              <a:t>⬇️</a:t>
            </a:r>
            <a:r>
              <a:rPr sz="1300" b="1" dirty="0">
                <a:solidFill>
                  <a:srgbClr val="1F77B4"/>
                </a:solidFill>
              </a:rPr>
              <a:t>
RAG compensates for absent language capability.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5D51B8-911B-4692-B600-DB9F97124FF8}"/>
              </a:ext>
            </a:extLst>
          </p:cNvPr>
          <p:cNvSpPr txBox="1"/>
          <p:nvPr/>
        </p:nvSpPr>
        <p:spPr>
          <a:xfrm>
            <a:off x="82296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* 451 test samples · Exact Match Accuracy</a:t>
            </a:r>
          </a:p>
        </p:txBody>
      </p:sp>
    </p:spTree>
    <p:extLst>
      <p:ext uri="{BB962C8B-B14F-4D97-AF65-F5344CB8AC3E}">
        <p14:creationId xmlns:p14="http://schemas.microsoft.com/office/powerpoint/2010/main" val="16312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2066" y="266571"/>
            <a:ext cx="805861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latin typeface="Nanum Gothic"/>
                <a:ea typeface="Nanum Gothic"/>
              </a:rPr>
              <a:t>What Drives Performance? – Embedding Matters Most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3C1F-FFE1-4483-8EF6-623851EFFF82}"/>
              </a:ext>
            </a:extLst>
          </p:cNvPr>
          <p:cNvSpPr txBox="1"/>
          <p:nvPr/>
        </p:nvSpPr>
        <p:spPr>
          <a:xfrm>
            <a:off x="362066" y="774402"/>
            <a:ext cx="87699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Same LLM. Different pipeline.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5D51B8-911B-4692-B600-DB9F97124FF8}"/>
              </a:ext>
            </a:extLst>
          </p:cNvPr>
          <p:cNvSpPr txBox="1"/>
          <p:nvPr/>
        </p:nvSpPr>
        <p:spPr>
          <a:xfrm>
            <a:off x="82296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* 451 test samples · Exact Match Accuracy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A60B4624-54BA-4F0A-B455-F8C63B4772A8}"/>
              </a:ext>
            </a:extLst>
          </p:cNvPr>
          <p:cNvSpPr/>
          <p:nvPr/>
        </p:nvSpPr>
        <p:spPr>
          <a:xfrm>
            <a:off x="189653" y="1359028"/>
            <a:ext cx="2286000" cy="347472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C2E30B-C7AF-4F36-BEBD-AC8D15759857}"/>
              </a:ext>
            </a:extLst>
          </p:cNvPr>
          <p:cNvSpPr txBox="1"/>
          <p:nvPr/>
        </p:nvSpPr>
        <p:spPr>
          <a:xfrm>
            <a:off x="235373" y="13956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ABC94AC8-DC34-4B75-9527-471361866019}"/>
              </a:ext>
            </a:extLst>
          </p:cNvPr>
          <p:cNvSpPr/>
          <p:nvPr/>
        </p:nvSpPr>
        <p:spPr>
          <a:xfrm>
            <a:off x="2567093" y="1359028"/>
            <a:ext cx="4114800" cy="34747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F7E6D2-FD5E-471F-A833-99EDACC9712E}"/>
              </a:ext>
            </a:extLst>
          </p:cNvPr>
          <p:cNvSpPr txBox="1"/>
          <p:nvPr/>
        </p:nvSpPr>
        <p:spPr>
          <a:xfrm>
            <a:off x="2612813" y="13956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Baseline  (MiniLM + FAISS k=5)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8D8FAD30-AC8A-4990-9980-B309CC4FD642}"/>
              </a:ext>
            </a:extLst>
          </p:cNvPr>
          <p:cNvSpPr/>
          <p:nvPr/>
        </p:nvSpPr>
        <p:spPr>
          <a:xfrm>
            <a:off x="6773333" y="1359028"/>
            <a:ext cx="5303520" cy="34747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0A4FD3-E33C-43A8-BFBA-E0D85E5CA57C}"/>
              </a:ext>
            </a:extLst>
          </p:cNvPr>
          <p:cNvSpPr txBox="1"/>
          <p:nvPr/>
        </p:nvSpPr>
        <p:spPr>
          <a:xfrm>
            <a:off x="6819053" y="139560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RAG v2 Improved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CCC9FEFC-49C8-41B2-8531-4E12D52F89CE}"/>
              </a:ext>
            </a:extLst>
          </p:cNvPr>
          <p:cNvSpPr/>
          <p:nvPr/>
        </p:nvSpPr>
        <p:spPr>
          <a:xfrm>
            <a:off x="189653" y="1706500"/>
            <a:ext cx="22860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79358F-FEB0-4FE7-9538-69F88692131A}"/>
              </a:ext>
            </a:extLst>
          </p:cNvPr>
          <p:cNvSpPr txBox="1"/>
          <p:nvPr/>
        </p:nvSpPr>
        <p:spPr>
          <a:xfrm>
            <a:off x="262805" y="1752220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1A1A2E"/>
                </a:solidFill>
              </a:rPr>
              <a:t>G</a:t>
            </a:r>
            <a:r>
              <a:rPr sz="1400" b="0" dirty="0">
                <a:solidFill>
                  <a:srgbClr val="1A1A2E"/>
                </a:solidFill>
              </a:rPr>
              <a:t>ranite4.1:8b</a:t>
            </a:r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9A7C9550-CE24-4E2A-A056-B7C28FF6523C}"/>
              </a:ext>
            </a:extLst>
          </p:cNvPr>
          <p:cNvSpPr/>
          <p:nvPr/>
        </p:nvSpPr>
        <p:spPr>
          <a:xfrm>
            <a:off x="2567093" y="1706500"/>
            <a:ext cx="411480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67B2EF-7797-430C-8730-33FD53C622A4}"/>
              </a:ext>
            </a:extLst>
          </p:cNvPr>
          <p:cNvSpPr txBox="1"/>
          <p:nvPr/>
        </p:nvSpPr>
        <p:spPr>
          <a:xfrm>
            <a:off x="2640245" y="1752220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55.21%</a:t>
            </a:r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E7BECA7D-BCB7-438C-83DA-E9F82BB9654D}"/>
              </a:ext>
            </a:extLst>
          </p:cNvPr>
          <p:cNvSpPr/>
          <p:nvPr/>
        </p:nvSpPr>
        <p:spPr>
          <a:xfrm>
            <a:off x="6773333" y="1706500"/>
            <a:ext cx="53035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964834-B748-4C3C-A22C-029B1BAFD35E}"/>
              </a:ext>
            </a:extLst>
          </p:cNvPr>
          <p:cNvSpPr txBox="1"/>
          <p:nvPr/>
        </p:nvSpPr>
        <p:spPr>
          <a:xfrm>
            <a:off x="6846485" y="175222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</a:rPr>
              <a:t>82.48%  (+27.3pp)</a:t>
            </a: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E0ED4C8D-ED46-4246-A4FC-456A0096D165}"/>
              </a:ext>
            </a:extLst>
          </p:cNvPr>
          <p:cNvSpPr/>
          <p:nvPr/>
        </p:nvSpPr>
        <p:spPr>
          <a:xfrm>
            <a:off x="189653" y="2127124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9014BC-1A61-4169-888E-52521466D991}"/>
              </a:ext>
            </a:extLst>
          </p:cNvPr>
          <p:cNvSpPr txBox="1"/>
          <p:nvPr/>
        </p:nvSpPr>
        <p:spPr>
          <a:xfrm>
            <a:off x="262805" y="2172844"/>
            <a:ext cx="2148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1A1A2E"/>
                </a:solidFill>
              </a:rPr>
              <a:t>D</a:t>
            </a:r>
            <a:r>
              <a:rPr sz="1400" b="0" dirty="0">
                <a:solidFill>
                  <a:srgbClr val="1A1A2E"/>
                </a:solidFill>
              </a:rPr>
              <a:t>eepseek-r1:8b</a:t>
            </a: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BD7E5A41-5586-4F8C-9CC4-3EDD22AC6981}"/>
              </a:ext>
            </a:extLst>
          </p:cNvPr>
          <p:cNvSpPr/>
          <p:nvPr/>
        </p:nvSpPr>
        <p:spPr>
          <a:xfrm>
            <a:off x="2567093" y="2127124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F2D5BD-CA0F-4968-8A9B-711A79455781}"/>
              </a:ext>
            </a:extLst>
          </p:cNvPr>
          <p:cNvSpPr txBox="1"/>
          <p:nvPr/>
        </p:nvSpPr>
        <p:spPr>
          <a:xfrm>
            <a:off x="2640245" y="2172844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55.21%</a:t>
            </a:r>
          </a:p>
        </p:txBody>
      </p:sp>
      <p:sp>
        <p:nvSpPr>
          <p:cNvPr id="42" name="Rectangle 21">
            <a:extLst>
              <a:ext uri="{FF2B5EF4-FFF2-40B4-BE49-F238E27FC236}">
                <a16:creationId xmlns:a16="http://schemas.microsoft.com/office/drawing/2014/main" id="{9D363BDF-8C7B-433C-AF84-F7E178BD4E01}"/>
              </a:ext>
            </a:extLst>
          </p:cNvPr>
          <p:cNvSpPr/>
          <p:nvPr/>
        </p:nvSpPr>
        <p:spPr>
          <a:xfrm>
            <a:off x="6773333" y="2127124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5D2F74-417F-460D-A17B-D2C150712FF7}"/>
              </a:ext>
            </a:extLst>
          </p:cNvPr>
          <p:cNvSpPr txBox="1"/>
          <p:nvPr/>
        </p:nvSpPr>
        <p:spPr>
          <a:xfrm>
            <a:off x="6846485" y="2172844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F77B4"/>
                </a:solidFill>
              </a:rPr>
              <a:t>77.83%  (+22.6pp)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78C1B4-6634-4CC0-B9B5-CFACEC104E61}"/>
              </a:ext>
            </a:extLst>
          </p:cNvPr>
          <p:cNvSpPr txBox="1"/>
          <p:nvPr/>
        </p:nvSpPr>
        <p:spPr>
          <a:xfrm>
            <a:off x="189653" y="33249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A1A2E"/>
                </a:solidFill>
              </a:rPr>
              <a:t>Performance gain decomposition (estimated):</a:t>
            </a:r>
          </a:p>
        </p:txBody>
      </p:sp>
      <p:sp>
        <p:nvSpPr>
          <p:cNvPr id="45" name="Rectangle 24">
            <a:extLst>
              <a:ext uri="{FF2B5EF4-FFF2-40B4-BE49-F238E27FC236}">
                <a16:creationId xmlns:a16="http://schemas.microsoft.com/office/drawing/2014/main" id="{3929A248-672B-4BDF-B5AE-087D9CCB085C}"/>
              </a:ext>
            </a:extLst>
          </p:cNvPr>
          <p:cNvSpPr/>
          <p:nvPr/>
        </p:nvSpPr>
        <p:spPr>
          <a:xfrm>
            <a:off x="189653" y="3782188"/>
            <a:ext cx="4389120" cy="2926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650782-61AC-4F07-B8A3-C3CF9BC4A8F9}"/>
              </a:ext>
            </a:extLst>
          </p:cNvPr>
          <p:cNvSpPr txBox="1"/>
          <p:nvPr/>
        </p:nvSpPr>
        <p:spPr>
          <a:xfrm>
            <a:off x="4670213" y="37364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1F77B4"/>
                </a:solidFill>
              </a:rPr>
              <a:t>Embedding swap  (</a:t>
            </a:r>
            <a:r>
              <a:rPr sz="1300" b="0" dirty="0" err="1">
                <a:solidFill>
                  <a:srgbClr val="1F77B4"/>
                </a:solidFill>
              </a:rPr>
              <a:t>MiniLM</a:t>
            </a:r>
            <a:r>
              <a:rPr sz="1300" b="0" dirty="0">
                <a:solidFill>
                  <a:srgbClr val="1F77B4"/>
                </a:solidFill>
              </a:rPr>
              <a:t> → BGE-m3-ko)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08D858-091B-47F5-9EA3-118054BEE1C8}"/>
              </a:ext>
            </a:extLst>
          </p:cNvPr>
          <p:cNvSpPr txBox="1"/>
          <p:nvPr/>
        </p:nvSpPr>
        <p:spPr>
          <a:xfrm>
            <a:off x="8314267" y="37364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~15–20pp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B06402-9B43-4ECF-AD52-CDC346326207}"/>
              </a:ext>
            </a:extLst>
          </p:cNvPr>
          <p:cNvSpPr txBox="1"/>
          <p:nvPr/>
        </p:nvSpPr>
        <p:spPr>
          <a:xfrm>
            <a:off x="9777307" y="37364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B4"/>
                </a:solidFill>
              </a:rPr>
              <a:t>← DOMINANT</a:t>
            </a:r>
          </a:p>
        </p:txBody>
      </p:sp>
      <p:sp>
        <p:nvSpPr>
          <p:cNvPr id="49" name="Rectangle 28">
            <a:extLst>
              <a:ext uri="{FF2B5EF4-FFF2-40B4-BE49-F238E27FC236}">
                <a16:creationId xmlns:a16="http://schemas.microsoft.com/office/drawing/2014/main" id="{5EF4AC7A-F71D-4CBC-912E-E9C0A3AA8151}"/>
              </a:ext>
            </a:extLst>
          </p:cNvPr>
          <p:cNvSpPr/>
          <p:nvPr/>
        </p:nvSpPr>
        <p:spPr>
          <a:xfrm>
            <a:off x="189653" y="4239388"/>
            <a:ext cx="1097280" cy="292608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E033F6-9798-44B8-89F7-5D74866510C8}"/>
              </a:ext>
            </a:extLst>
          </p:cNvPr>
          <p:cNvSpPr txBox="1"/>
          <p:nvPr/>
        </p:nvSpPr>
        <p:spPr>
          <a:xfrm>
            <a:off x="1378373" y="41936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Candidate pool  (k=5 → k=15)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2B05E7-5707-44FC-952A-C70F24EE6C2B}"/>
              </a:ext>
            </a:extLst>
          </p:cNvPr>
          <p:cNvSpPr txBox="1"/>
          <p:nvPr/>
        </p:nvSpPr>
        <p:spPr>
          <a:xfrm>
            <a:off x="8314267" y="41936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~3–5pp</a:t>
            </a:r>
          </a:p>
        </p:txBody>
      </p:sp>
      <p:sp>
        <p:nvSpPr>
          <p:cNvPr id="52" name="Rectangle 31">
            <a:extLst>
              <a:ext uri="{FF2B5EF4-FFF2-40B4-BE49-F238E27FC236}">
                <a16:creationId xmlns:a16="http://schemas.microsoft.com/office/drawing/2014/main" id="{8BBC198D-E8D5-4262-B499-AC07BE94F685}"/>
              </a:ext>
            </a:extLst>
          </p:cNvPr>
          <p:cNvSpPr/>
          <p:nvPr/>
        </p:nvSpPr>
        <p:spPr>
          <a:xfrm>
            <a:off x="189653" y="4696588"/>
            <a:ext cx="1097280" cy="292608"/>
          </a:xfrm>
          <a:prstGeom prst="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3D55F3-8FA5-4F50-BE4F-CD5746FEE6CA}"/>
              </a:ext>
            </a:extLst>
          </p:cNvPr>
          <p:cNvSpPr txBox="1"/>
          <p:nvPr/>
        </p:nvSpPr>
        <p:spPr>
          <a:xfrm>
            <a:off x="1378373" y="46508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BM25 hybrid  (FAISS → BM25+FAISS)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FB9F12-29C9-4374-97B2-C5039C646D49}"/>
              </a:ext>
            </a:extLst>
          </p:cNvPr>
          <p:cNvSpPr txBox="1"/>
          <p:nvPr/>
        </p:nvSpPr>
        <p:spPr>
          <a:xfrm>
            <a:off x="8314267" y="46508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25B"/>
                </a:solidFill>
              </a:rPr>
              <a:t>~3–5pp</a:t>
            </a:r>
          </a:p>
        </p:txBody>
      </p:sp>
      <p:sp>
        <p:nvSpPr>
          <p:cNvPr id="55" name="Rectangle 34">
            <a:extLst>
              <a:ext uri="{FF2B5EF4-FFF2-40B4-BE49-F238E27FC236}">
                <a16:creationId xmlns:a16="http://schemas.microsoft.com/office/drawing/2014/main" id="{BF8325EE-27DD-4AB5-B8FB-C2FBFEEE6D7F}"/>
              </a:ext>
            </a:extLst>
          </p:cNvPr>
          <p:cNvSpPr/>
          <p:nvPr/>
        </p:nvSpPr>
        <p:spPr>
          <a:xfrm>
            <a:off x="189653" y="5199507"/>
            <a:ext cx="11430000" cy="878133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E2660D-B70F-444D-9FF6-C01D0D9E306F}"/>
              </a:ext>
            </a:extLst>
          </p:cNvPr>
          <p:cNvSpPr txBox="1"/>
          <p:nvPr/>
        </p:nvSpPr>
        <p:spPr>
          <a:xfrm>
            <a:off x="281093" y="5376963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1F77B4"/>
                </a:solidFill>
              </a:rPr>
              <a:t>Embedding selection dominates pipeline performance.
Choose your embedding before tuning your LLM.</a:t>
            </a:r>
          </a:p>
        </p:txBody>
      </p:sp>
    </p:spTree>
    <p:extLst>
      <p:ext uri="{BB962C8B-B14F-4D97-AF65-F5344CB8AC3E}">
        <p14:creationId xmlns:p14="http://schemas.microsoft.com/office/powerpoint/2010/main" val="175000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2066" y="266571"/>
            <a:ext cx="681667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700" b="1" dirty="0">
                <a:latin typeface="Nanum Gothic"/>
                <a:ea typeface="Nanum Gothic"/>
              </a:rPr>
              <a:t>The Problem: A Public Database Full of Aliases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23C1F-FFE1-4483-8EF6-623851EFFF82}"/>
              </a:ext>
            </a:extLst>
          </p:cNvPr>
          <p:cNvSpPr txBox="1"/>
          <p:nvPr/>
        </p:nvSpPr>
        <p:spPr>
          <a:xfrm>
            <a:off x="362066" y="774402"/>
            <a:ext cx="87699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100" b="1" dirty="0">
                <a:solidFill>
                  <a:srgbClr val="414042"/>
                </a:solidFill>
                <a:latin typeface="Nanum Gothic"/>
                <a:ea typeface="Nanum Gothic"/>
              </a:rPr>
              <a:t>Same LLM. Different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5D51B8-911B-4692-B600-DB9F97124FF8}"/>
              </a:ext>
            </a:extLst>
          </p:cNvPr>
          <p:cNvSpPr txBox="1"/>
          <p:nvPr/>
        </p:nvSpPr>
        <p:spPr>
          <a:xfrm>
            <a:off x="82296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* 451 test samples · Exact Match Accuracy</a:t>
            </a: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86904EB5-1EAA-4A44-81EB-D82DB1FD9A49}"/>
              </a:ext>
            </a:extLst>
          </p:cNvPr>
          <p:cNvSpPr/>
          <p:nvPr/>
        </p:nvSpPr>
        <p:spPr>
          <a:xfrm>
            <a:off x="270626" y="1548804"/>
            <a:ext cx="50292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91853F-51EE-48AF-9FCD-7CAD6AB1DDF8}"/>
              </a:ext>
            </a:extLst>
          </p:cNvPr>
          <p:cNvSpPr txBox="1"/>
          <p:nvPr/>
        </p:nvSpPr>
        <p:spPr>
          <a:xfrm>
            <a:off x="270626" y="16036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2625C9-B36D-4444-A155-5EAD2E5B7DEE}"/>
              </a:ext>
            </a:extLst>
          </p:cNvPr>
          <p:cNvSpPr txBox="1"/>
          <p:nvPr/>
        </p:nvSpPr>
        <p:spPr>
          <a:xfrm>
            <a:off x="864986" y="15853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</a:rPr>
              <a:t>RAG is essential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5D5CD9-D1A8-4C68-8273-9541363A0A4F}"/>
              </a:ext>
            </a:extLst>
          </p:cNvPr>
          <p:cNvSpPr txBox="1"/>
          <p:nvPr/>
        </p:nvSpPr>
        <p:spPr>
          <a:xfrm>
            <a:off x="4202546" y="162195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A1A2E"/>
                </a:solidFill>
              </a:rPr>
              <a:t>+61–70pp accuracy gain over LLM-only</a:t>
            </a: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134A202E-A1F3-4163-A84E-4AC7117C43DE}"/>
              </a:ext>
            </a:extLst>
          </p:cNvPr>
          <p:cNvSpPr/>
          <p:nvPr/>
        </p:nvSpPr>
        <p:spPr>
          <a:xfrm>
            <a:off x="270626" y="2298612"/>
            <a:ext cx="50292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2D5917-794A-4A18-84DB-4EBE7EB3680B}"/>
              </a:ext>
            </a:extLst>
          </p:cNvPr>
          <p:cNvSpPr txBox="1"/>
          <p:nvPr/>
        </p:nvSpPr>
        <p:spPr>
          <a:xfrm>
            <a:off x="270626" y="23534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4544D7-C629-43A3-855F-BB5270826877}"/>
              </a:ext>
            </a:extLst>
          </p:cNvPr>
          <p:cNvSpPr txBox="1"/>
          <p:nvPr/>
        </p:nvSpPr>
        <p:spPr>
          <a:xfrm>
            <a:off x="864986" y="23351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2CA02C"/>
                </a:solidFill>
              </a:rPr>
              <a:t>Small model wins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874017-C6D5-4146-92F2-9FCB2251893E}"/>
              </a:ext>
            </a:extLst>
          </p:cNvPr>
          <p:cNvSpPr txBox="1"/>
          <p:nvPr/>
        </p:nvSpPr>
        <p:spPr>
          <a:xfrm>
            <a:off x="4202546" y="2371764"/>
            <a:ext cx="7589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A1A2E"/>
                </a:solidFill>
              </a:rPr>
              <a:t>4B </a:t>
            </a:r>
            <a:r>
              <a:rPr lang="en-US" sz="1500" dirty="0">
                <a:solidFill>
                  <a:srgbClr val="1A1A2E"/>
                </a:solidFill>
              </a:rPr>
              <a:t>G</a:t>
            </a:r>
            <a:r>
              <a:rPr sz="1500" b="0" dirty="0">
                <a:solidFill>
                  <a:srgbClr val="1A1A2E"/>
                </a:solidFill>
              </a:rPr>
              <a:t>emma4:e4b → 88.47% exact match</a:t>
            </a:r>
          </a:p>
        </p:txBody>
      </p:sp>
      <p:sp>
        <p:nvSpPr>
          <p:cNvPr id="65" name="Rectangle 13">
            <a:extLst>
              <a:ext uri="{FF2B5EF4-FFF2-40B4-BE49-F238E27FC236}">
                <a16:creationId xmlns:a16="http://schemas.microsoft.com/office/drawing/2014/main" id="{C0002081-965F-41E8-A76B-4825821A4C4F}"/>
              </a:ext>
            </a:extLst>
          </p:cNvPr>
          <p:cNvSpPr/>
          <p:nvPr/>
        </p:nvSpPr>
        <p:spPr>
          <a:xfrm>
            <a:off x="270626" y="3048420"/>
            <a:ext cx="50292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897FD3-2829-40DA-97DD-EE094060A69C}"/>
              </a:ext>
            </a:extLst>
          </p:cNvPr>
          <p:cNvSpPr txBox="1"/>
          <p:nvPr/>
        </p:nvSpPr>
        <p:spPr>
          <a:xfrm>
            <a:off x="270626" y="31032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7CD0F8-76B7-471C-B30B-A8077E5C3CE2}"/>
              </a:ext>
            </a:extLst>
          </p:cNvPr>
          <p:cNvSpPr txBox="1"/>
          <p:nvPr/>
        </p:nvSpPr>
        <p:spPr>
          <a:xfrm>
            <a:off x="864986" y="30849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</a:rPr>
              <a:t>Embedding first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FA2F60-7F6E-4A90-97A3-E5B10F99BEA0}"/>
              </a:ext>
            </a:extLst>
          </p:cNvPr>
          <p:cNvSpPr txBox="1"/>
          <p:nvPr/>
        </p:nvSpPr>
        <p:spPr>
          <a:xfrm>
            <a:off x="4202546" y="312157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A1A2E"/>
                </a:solidFill>
              </a:rPr>
              <a:t>BGE-m3-ko swap alone → +22–27pp</a:t>
            </a:r>
          </a:p>
        </p:txBody>
      </p:sp>
      <p:sp>
        <p:nvSpPr>
          <p:cNvPr id="69" name="Rectangle 17">
            <a:extLst>
              <a:ext uri="{FF2B5EF4-FFF2-40B4-BE49-F238E27FC236}">
                <a16:creationId xmlns:a16="http://schemas.microsoft.com/office/drawing/2014/main" id="{A0AF6279-2703-484A-8C83-40D0AFB87685}"/>
              </a:ext>
            </a:extLst>
          </p:cNvPr>
          <p:cNvSpPr/>
          <p:nvPr/>
        </p:nvSpPr>
        <p:spPr>
          <a:xfrm>
            <a:off x="270626" y="3880524"/>
            <a:ext cx="1143000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C98ABB-D964-4632-AA8A-A354B9F56921}"/>
              </a:ext>
            </a:extLst>
          </p:cNvPr>
          <p:cNvSpPr txBox="1"/>
          <p:nvPr/>
        </p:nvSpPr>
        <p:spPr>
          <a:xfrm>
            <a:off x="407786" y="3944532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D62728"/>
                </a:solidFill>
              </a:rPr>
              <a:t>⚠  Remaining challenge:  Japanese-derived terms → 47.1%  |  Synonym dictionary integration needed</a:t>
            </a:r>
          </a:p>
        </p:txBody>
      </p:sp>
      <p:sp>
        <p:nvSpPr>
          <p:cNvPr id="71" name="Rectangle 19">
            <a:extLst>
              <a:ext uri="{FF2B5EF4-FFF2-40B4-BE49-F238E27FC236}">
                <a16:creationId xmlns:a16="http://schemas.microsoft.com/office/drawing/2014/main" id="{97FD012C-A3B2-4554-AF88-F49C03681CE7}"/>
              </a:ext>
            </a:extLst>
          </p:cNvPr>
          <p:cNvSpPr/>
          <p:nvPr/>
        </p:nvSpPr>
        <p:spPr>
          <a:xfrm>
            <a:off x="270626" y="4749204"/>
            <a:ext cx="114300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22392C-3790-426F-8637-C31BEF18AF34}"/>
              </a:ext>
            </a:extLst>
          </p:cNvPr>
          <p:cNvSpPr txBox="1"/>
          <p:nvPr/>
        </p:nvSpPr>
        <p:spPr>
          <a:xfrm>
            <a:off x="362066" y="4794924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CA02C"/>
                </a:solidFill>
              </a:rPr>
              <a:t>"Privacy-safe, cost-effective, and fully deployable on-premise."</a:t>
            </a:r>
          </a:p>
        </p:txBody>
      </p:sp>
    </p:spTree>
    <p:extLst>
      <p:ext uri="{BB962C8B-B14F-4D97-AF65-F5344CB8AC3E}">
        <p14:creationId xmlns:p14="http://schemas.microsoft.com/office/powerpoint/2010/main" val="396581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565</Words>
  <Application>Microsoft Office PowerPoint</Application>
  <PresentationFormat>와이드스크린</PresentationFormat>
  <Paragraphs>123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Nanum Gothic</vt:lpstr>
      <vt:lpstr>noto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</cp:lastModifiedBy>
  <cp:revision>38</cp:revision>
  <dcterms:created xsi:type="dcterms:W3CDTF">2023-06-02T02:17:15Z</dcterms:created>
  <dcterms:modified xsi:type="dcterms:W3CDTF">2026-05-11T13:03:23Z</dcterms:modified>
  <cp:version/>
</cp:coreProperties>
</file>